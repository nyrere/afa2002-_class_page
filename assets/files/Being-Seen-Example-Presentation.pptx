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9" r:id="rId4"/>
  </p:sldMasterIdLst>
  <p:notesMasterIdLst>
    <p:notesMasterId r:id="rId22"/>
  </p:notesMasterIdLst>
  <p:handoutMasterIdLst>
    <p:handoutMasterId r:id="rId23"/>
  </p:handoutMasterIdLst>
  <p:sldIdLst>
    <p:sldId id="1499" r:id="rId13"/>
    <p:sldId id="1503" r:id="rId14"/>
    <p:sldId id="1523" r:id="rId15"/>
    <p:sldId id="1506" r:id="rId16"/>
    <p:sldId id="1513" r:id="rId17"/>
    <p:sldId id="1520" r:id="rId18"/>
    <p:sldId id="1521" r:id="rId19"/>
    <p:sldId id="1522" r:id="rId20"/>
    <p:sldId id="151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15D89B-74D1-451B-B746-2BB8E52950F4}" v="99" dt="2026-07-05T16:12:31.388"/>
  </p1510:revLst>
</p1510:revInfo>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73"/>
  </p:normalViewPr>
  <p:slideViewPr>
    <p:cSldViewPr snapToGrid="0">
      <p:cViewPr varScale="1">
        <p:scale>
          <a:sx n="78" d="100"/>
          <a:sy n="78" d="100"/>
        </p:scale>
        <p:origin x="926" y="62"/>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24" Type="http://schemas.openxmlformats.org/officeDocument/2006/relationships/presProps" Target="presProps.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9" Type="http://schemas.openxmlformats.org/officeDocument/2006/relationships/slide" Target="slides/slide15.xml"/><Relationship Id="rId4" Type="http://schemas.openxmlformats.org/officeDocument/2006/relationships/slideMaster" Target="slideMasters/slideMaster1.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e Brown" userId="6019b95bd8a428af" providerId="LiveId" clId="{D7E81A9A-C38B-4FB6-9F22-CDF0EA613CE7}"/>
    <pc:docChg chg="undo redo custSel addSld delSld modSld sldOrd">
      <pc:chgData name="Ree Brown" userId="6019b95bd8a428af" providerId="LiveId" clId="{D7E81A9A-C38B-4FB6-9F22-CDF0EA613CE7}" dt="2026-07-05T18:18:05.671" v="9613" actId="20577"/>
      <pc:docMkLst>
        <pc:docMk/>
      </pc:docMkLst>
      <pc:sldChg chg="modSp mod">
        <pc:chgData name="Ree Brown" userId="6019b95bd8a428af" providerId="LiveId" clId="{D7E81A9A-C38B-4FB6-9F22-CDF0EA613CE7}" dt="2026-07-05T17:38:10.097" v="9314" actId="20577"/>
        <pc:sldMkLst>
          <pc:docMk/>
          <pc:sldMk cId="1773831372" sldId="1497"/>
        </pc:sldMkLst>
        <pc:spChg chg="mod">
          <ac:chgData name="Ree Brown" userId="6019b95bd8a428af" providerId="LiveId" clId="{D7E81A9A-C38B-4FB6-9F22-CDF0EA613CE7}" dt="2026-07-05T17:38:10.097" v="9314" actId="20577"/>
          <ac:spMkLst>
            <pc:docMk/>
            <pc:sldMk cId="1773831372" sldId="1497"/>
            <ac:spMk id="2" creationId="{1F057989-07E4-B482-9F2A-EBF670F7FA92}"/>
          </ac:spMkLst>
        </pc:spChg>
        <pc:spChg chg="mod">
          <ac:chgData name="Ree Brown" userId="6019b95bd8a428af" providerId="LiveId" clId="{D7E81A9A-C38B-4FB6-9F22-CDF0EA613CE7}" dt="2026-07-05T15:09:31.699" v="5370" actId="20577"/>
          <ac:spMkLst>
            <pc:docMk/>
            <pc:sldMk cId="1773831372" sldId="1497"/>
            <ac:spMk id="3" creationId="{363CF5F8-0028-8636-5006-5D5C52B32774}"/>
          </ac:spMkLst>
        </pc:spChg>
      </pc:sldChg>
      <pc:sldChg chg="modSp mod">
        <pc:chgData name="Ree Brown" userId="6019b95bd8a428af" providerId="LiveId" clId="{D7E81A9A-C38B-4FB6-9F22-CDF0EA613CE7}" dt="2026-07-05T17:33:20.041" v="9262" actId="20577"/>
        <pc:sldMkLst>
          <pc:docMk/>
          <pc:sldMk cId="1545177064" sldId="1498"/>
        </pc:sldMkLst>
        <pc:spChg chg="mod">
          <ac:chgData name="Ree Brown" userId="6019b95bd8a428af" providerId="LiveId" clId="{D7E81A9A-C38B-4FB6-9F22-CDF0EA613CE7}" dt="2026-07-05T17:33:20.041" v="9262" actId="20577"/>
          <ac:spMkLst>
            <pc:docMk/>
            <pc:sldMk cId="1545177064" sldId="1498"/>
            <ac:spMk id="4" creationId="{A6CFC9F6-FFD3-F852-0522-CE2BCFC13C12}"/>
          </ac:spMkLst>
        </pc:spChg>
        <pc:spChg chg="mod">
          <ac:chgData name="Ree Brown" userId="6019b95bd8a428af" providerId="LiveId" clId="{D7E81A9A-C38B-4FB6-9F22-CDF0EA613CE7}" dt="2026-07-05T15:14:37.868" v="5425" actId="2711"/>
          <ac:spMkLst>
            <pc:docMk/>
            <pc:sldMk cId="1545177064" sldId="1498"/>
            <ac:spMk id="5" creationId="{350A50A5-8BA6-1B5D-AD63-1618BEF3A9B6}"/>
          </ac:spMkLst>
        </pc:spChg>
      </pc:sldChg>
      <pc:sldChg chg="addSp delSp modSp mod setBg addAnim delAnim setClrOvrMap delDesignElem chgLayout">
        <pc:chgData name="Ree Brown" userId="6019b95bd8a428af" providerId="LiveId" clId="{D7E81A9A-C38B-4FB6-9F22-CDF0EA613CE7}" dt="2026-07-05T17:46:33.802" v="9610" actId="255"/>
        <pc:sldMkLst>
          <pc:docMk/>
          <pc:sldMk cId="1751885377" sldId="1499"/>
        </pc:sldMkLst>
        <pc:spChg chg="add del mod ord">
          <ac:chgData name="Ree Brown" userId="6019b95bd8a428af" providerId="LiveId" clId="{D7E81A9A-C38B-4FB6-9F22-CDF0EA613CE7}" dt="2026-07-05T17:46:33.802" v="9610" actId="255"/>
          <ac:spMkLst>
            <pc:docMk/>
            <pc:sldMk cId="1751885377" sldId="1499"/>
            <ac:spMk id="2" creationId="{1ECC7084-C959-6935-0D99-455326A78F99}"/>
          </ac:spMkLst>
        </pc:spChg>
        <pc:spChg chg="add mod ord">
          <ac:chgData name="Ree Brown" userId="6019b95bd8a428af" providerId="LiveId" clId="{D7E81A9A-C38B-4FB6-9F22-CDF0EA613CE7}" dt="2026-07-04T21:40:30.991" v="3476" actId="1076"/>
          <ac:spMkLst>
            <pc:docMk/>
            <pc:sldMk cId="1751885377" sldId="1499"/>
            <ac:spMk id="7" creationId="{384485F1-991D-7098-0440-1788BA1C541F}"/>
          </ac:spMkLst>
        </pc:spChg>
        <pc:spChg chg="add del mod ord">
          <ac:chgData name="Ree Brown" userId="6019b95bd8a428af" providerId="LiveId" clId="{D7E81A9A-C38B-4FB6-9F22-CDF0EA613CE7}" dt="2026-07-04T19:21:09.957" v="1434" actId="931"/>
          <ac:spMkLst>
            <pc:docMk/>
            <pc:sldMk cId="1751885377" sldId="1499"/>
            <ac:spMk id="8" creationId="{2A84C1CE-2C70-1780-753E-1D3A900530B3}"/>
          </ac:spMkLst>
        </pc:spChg>
        <pc:spChg chg="add del">
          <ac:chgData name="Ree Brown" userId="6019b95bd8a428af" providerId="LiveId" clId="{D7E81A9A-C38B-4FB6-9F22-CDF0EA613CE7}" dt="2026-07-04T19:16:10.178" v="1393" actId="26606"/>
          <ac:spMkLst>
            <pc:docMk/>
            <pc:sldMk cId="1751885377" sldId="1499"/>
            <ac:spMk id="13" creationId="{989BE678-777B-482A-A616-FEDC47B162E5}"/>
          </ac:spMkLst>
        </pc:spChg>
        <pc:spChg chg="add del mod">
          <ac:chgData name="Ree Brown" userId="6019b95bd8a428af" providerId="LiveId" clId="{D7E81A9A-C38B-4FB6-9F22-CDF0EA613CE7}" dt="2026-07-04T19:21:39.753" v="1439" actId="478"/>
          <ac:spMkLst>
            <pc:docMk/>
            <pc:sldMk cId="1751885377" sldId="1499"/>
            <ac:spMk id="16" creationId="{0F3AF2DA-348D-30CA-4931-D0B43F140AF4}"/>
          </ac:spMkLst>
        </pc:spChg>
        <pc:spChg chg="add del">
          <ac:chgData name="Ree Brown" userId="6019b95bd8a428af" providerId="LiveId" clId="{D7E81A9A-C38B-4FB6-9F22-CDF0EA613CE7}" dt="2026-07-04T19:16:10.178" v="1393" actId="26606"/>
          <ac:spMkLst>
            <pc:docMk/>
            <pc:sldMk cId="1751885377" sldId="1499"/>
            <ac:spMk id="19" creationId="{D28BE0C3-2102-4820-B88B-A448B1840D14}"/>
          </ac:spMkLst>
        </pc:spChg>
        <pc:spChg chg="add del mod">
          <ac:chgData name="Ree Brown" userId="6019b95bd8a428af" providerId="LiveId" clId="{D7E81A9A-C38B-4FB6-9F22-CDF0EA613CE7}" dt="2026-07-04T19:21:43.650" v="1441" actId="478"/>
          <ac:spMkLst>
            <pc:docMk/>
            <pc:sldMk cId="1751885377" sldId="1499"/>
            <ac:spMk id="20" creationId="{ED9A1DC9-0C62-110C-8018-0BA57C80FA43}"/>
          </ac:spMkLst>
        </pc:spChg>
        <pc:spChg chg="add del">
          <ac:chgData name="Ree Brown" userId="6019b95bd8a428af" providerId="LiveId" clId="{D7E81A9A-C38B-4FB6-9F22-CDF0EA613CE7}" dt="2026-07-04T19:16:10.178" v="1393" actId="26606"/>
          <ac:spMkLst>
            <pc:docMk/>
            <pc:sldMk cId="1751885377" sldId="1499"/>
            <ac:spMk id="21" creationId="{4A5788BB-481F-4FC7-AD49-73D20DDD6AE4}"/>
          </ac:spMkLst>
        </pc:spChg>
        <pc:spChg chg="add del">
          <ac:chgData name="Ree Brown" userId="6019b95bd8a428af" providerId="LiveId" clId="{D7E81A9A-C38B-4FB6-9F22-CDF0EA613CE7}" dt="2026-07-04T19:16:22.611" v="1395" actId="26606"/>
          <ac:spMkLst>
            <pc:docMk/>
            <pc:sldMk cId="1751885377" sldId="1499"/>
            <ac:spMk id="25" creationId="{989BE678-777B-482A-A616-FEDC47B162E5}"/>
          </ac:spMkLst>
        </pc:spChg>
        <pc:spChg chg="add del">
          <ac:chgData name="Ree Brown" userId="6019b95bd8a428af" providerId="LiveId" clId="{D7E81A9A-C38B-4FB6-9F22-CDF0EA613CE7}" dt="2026-07-04T19:16:22.611" v="1395" actId="26606"/>
          <ac:spMkLst>
            <pc:docMk/>
            <pc:sldMk cId="1751885377" sldId="1499"/>
            <ac:spMk id="28" creationId="{D28BE0C3-2102-4820-B88B-A448B1840D14}"/>
          </ac:spMkLst>
        </pc:spChg>
        <pc:spChg chg="add del">
          <ac:chgData name="Ree Brown" userId="6019b95bd8a428af" providerId="LiveId" clId="{D7E81A9A-C38B-4FB6-9F22-CDF0EA613CE7}" dt="2026-07-04T19:16:22.611" v="1395" actId="26606"/>
          <ac:spMkLst>
            <pc:docMk/>
            <pc:sldMk cId="1751885377" sldId="1499"/>
            <ac:spMk id="29" creationId="{BFEFF673-A9DE-416D-A04E-1D50904542A9}"/>
          </ac:spMkLst>
        </pc:spChg>
        <pc:spChg chg="add">
          <ac:chgData name="Ree Brown" userId="6019b95bd8a428af" providerId="LiveId" clId="{D7E81A9A-C38B-4FB6-9F22-CDF0EA613CE7}" dt="2026-07-04T19:26:41.782" v="1513" actId="26606"/>
          <ac:spMkLst>
            <pc:docMk/>
            <pc:sldMk cId="1751885377" sldId="1499"/>
            <ac:spMk id="30" creationId="{989BE678-777B-482A-A616-FEDC47B162E5}"/>
          </ac:spMkLst>
        </pc:spChg>
        <pc:spChg chg="add del">
          <ac:chgData name="Ree Brown" userId="6019b95bd8a428af" providerId="LiveId" clId="{D7E81A9A-C38B-4FB6-9F22-CDF0EA613CE7}" dt="2026-07-04T19:16:27.681" v="1397" actId="26606"/>
          <ac:spMkLst>
            <pc:docMk/>
            <pc:sldMk cId="1751885377" sldId="1499"/>
            <ac:spMk id="33" creationId="{989BE678-777B-482A-A616-FEDC47B162E5}"/>
          </ac:spMkLst>
        </pc:spChg>
        <pc:spChg chg="add del">
          <ac:chgData name="Ree Brown" userId="6019b95bd8a428af" providerId="LiveId" clId="{D7E81A9A-C38B-4FB6-9F22-CDF0EA613CE7}" dt="2026-07-04T19:16:27.681" v="1397" actId="26606"/>
          <ac:spMkLst>
            <pc:docMk/>
            <pc:sldMk cId="1751885377" sldId="1499"/>
            <ac:spMk id="36" creationId="{D28BE0C3-2102-4820-B88B-A448B1840D14}"/>
          </ac:spMkLst>
        </pc:spChg>
        <pc:spChg chg="add del">
          <ac:chgData name="Ree Brown" userId="6019b95bd8a428af" providerId="LiveId" clId="{D7E81A9A-C38B-4FB6-9F22-CDF0EA613CE7}" dt="2026-07-04T19:16:39.982" v="1399" actId="26606"/>
          <ac:spMkLst>
            <pc:docMk/>
            <pc:sldMk cId="1751885377" sldId="1499"/>
            <ac:spMk id="40" creationId="{4AC0CD9D-7610-4620-93B4-798CCD9AB581}"/>
          </ac:spMkLst>
        </pc:spChg>
        <pc:spChg chg="add del">
          <ac:chgData name="Ree Brown" userId="6019b95bd8a428af" providerId="LiveId" clId="{D7E81A9A-C38B-4FB6-9F22-CDF0EA613CE7}" dt="2026-07-04T19:16:39.982" v="1399" actId="26606"/>
          <ac:spMkLst>
            <pc:docMk/>
            <pc:sldMk cId="1751885377" sldId="1499"/>
            <ac:spMk id="43" creationId="{DE4D62F9-188E-4530-84C2-24BDEE4BEB82}"/>
          </ac:spMkLst>
        </pc:spChg>
        <pc:spChg chg="add del">
          <ac:chgData name="Ree Brown" userId="6019b95bd8a428af" providerId="LiveId" clId="{D7E81A9A-C38B-4FB6-9F22-CDF0EA613CE7}" dt="2026-07-04T19:16:45.207" v="1401" actId="26606"/>
          <ac:spMkLst>
            <pc:docMk/>
            <pc:sldMk cId="1751885377" sldId="1499"/>
            <ac:spMk id="47" creationId="{4AC0CD9D-7610-4620-93B4-798CCD9AB581}"/>
          </ac:spMkLst>
        </pc:spChg>
        <pc:spChg chg="add del">
          <ac:chgData name="Ree Brown" userId="6019b95bd8a428af" providerId="LiveId" clId="{D7E81A9A-C38B-4FB6-9F22-CDF0EA613CE7}" dt="2026-07-04T19:16:45.207" v="1401" actId="26606"/>
          <ac:spMkLst>
            <pc:docMk/>
            <pc:sldMk cId="1751885377" sldId="1499"/>
            <ac:spMk id="50" creationId="{DE4D62F9-188E-4530-84C2-24BDEE4BEB82}"/>
          </ac:spMkLst>
        </pc:spChg>
        <pc:spChg chg="add del">
          <ac:chgData name="Ree Brown" userId="6019b95bd8a428af" providerId="LiveId" clId="{D7E81A9A-C38B-4FB6-9F22-CDF0EA613CE7}" dt="2026-07-04T19:16:45.207" v="1401" actId="26606"/>
          <ac:spMkLst>
            <pc:docMk/>
            <pc:sldMk cId="1751885377" sldId="1499"/>
            <ac:spMk id="51" creationId="{F3F4807A-5068-4492-8025-D75F320E908D}"/>
          </ac:spMkLst>
        </pc:spChg>
        <pc:spChg chg="add del">
          <ac:chgData name="Ree Brown" userId="6019b95bd8a428af" providerId="LiveId" clId="{D7E81A9A-C38B-4FB6-9F22-CDF0EA613CE7}" dt="2026-07-04T19:16:45.207" v="1401" actId="26606"/>
          <ac:spMkLst>
            <pc:docMk/>
            <pc:sldMk cId="1751885377" sldId="1499"/>
            <ac:spMk id="52" creationId="{B24996F8-180C-4DCB-8A26-DFA336CDEFBC}"/>
          </ac:spMkLst>
        </pc:spChg>
        <pc:spChg chg="add del">
          <ac:chgData name="Ree Brown" userId="6019b95bd8a428af" providerId="LiveId" clId="{D7E81A9A-C38B-4FB6-9F22-CDF0EA613CE7}" dt="2026-07-04T19:16:45.207" v="1401" actId="26606"/>
          <ac:spMkLst>
            <pc:docMk/>
            <pc:sldMk cId="1751885377" sldId="1499"/>
            <ac:spMk id="53" creationId="{D8B22DE2-C518-4F77-BE90-E1B6B1909D91}"/>
          </ac:spMkLst>
        </pc:spChg>
        <pc:spChg chg="add del">
          <ac:chgData name="Ree Brown" userId="6019b95bd8a428af" providerId="LiveId" clId="{D7E81A9A-C38B-4FB6-9F22-CDF0EA613CE7}" dt="2026-07-04T19:16:45.207" v="1401" actId="26606"/>
          <ac:spMkLst>
            <pc:docMk/>
            <pc:sldMk cId="1751885377" sldId="1499"/>
            <ac:spMk id="54" creationId="{630182B0-3559-41D5-9EBC-0BD86BEDAD09}"/>
          </ac:spMkLst>
        </pc:spChg>
        <pc:spChg chg="add del">
          <ac:chgData name="Ree Brown" userId="6019b95bd8a428af" providerId="LiveId" clId="{D7E81A9A-C38B-4FB6-9F22-CDF0EA613CE7}" dt="2026-07-04T19:16:47.272" v="1403" actId="26606"/>
          <ac:spMkLst>
            <pc:docMk/>
            <pc:sldMk cId="1751885377" sldId="1499"/>
            <ac:spMk id="58" creationId="{989BE678-777B-482A-A616-FEDC47B162E5}"/>
          </ac:spMkLst>
        </pc:spChg>
        <pc:spChg chg="add del">
          <ac:chgData name="Ree Brown" userId="6019b95bd8a428af" providerId="LiveId" clId="{D7E81A9A-C38B-4FB6-9F22-CDF0EA613CE7}" dt="2026-07-04T19:16:47.272" v="1403" actId="26606"/>
          <ac:spMkLst>
            <pc:docMk/>
            <pc:sldMk cId="1751885377" sldId="1499"/>
            <ac:spMk id="61" creationId="{D28BE0C3-2102-4820-B88B-A448B1840D14}"/>
          </ac:spMkLst>
        </pc:spChg>
        <pc:spChg chg="add">
          <ac:chgData name="Ree Brown" userId="6019b95bd8a428af" providerId="LiveId" clId="{D7E81A9A-C38B-4FB6-9F22-CDF0EA613CE7}" dt="2026-07-04T19:26:41.782" v="1513" actId="26606"/>
          <ac:spMkLst>
            <pc:docMk/>
            <pc:sldMk cId="1751885377" sldId="1499"/>
            <ac:spMk id="62" creationId="{D28BE0C3-2102-4820-B88B-A448B1840D14}"/>
          </ac:spMkLst>
        </pc:spChg>
        <pc:spChg chg="add del">
          <ac:chgData name="Ree Brown" userId="6019b95bd8a428af" providerId="LiveId" clId="{D7E81A9A-C38B-4FB6-9F22-CDF0EA613CE7}" dt="2026-07-04T19:16:47.830" v="1405" actId="26606"/>
          <ac:spMkLst>
            <pc:docMk/>
            <pc:sldMk cId="1751885377" sldId="1499"/>
            <ac:spMk id="65" creationId="{4AC0CD9D-7610-4620-93B4-798CCD9AB581}"/>
          </ac:spMkLst>
        </pc:spChg>
        <pc:spChg chg="add del">
          <ac:chgData name="Ree Brown" userId="6019b95bd8a428af" providerId="LiveId" clId="{D7E81A9A-C38B-4FB6-9F22-CDF0EA613CE7}" dt="2026-07-04T19:16:47.830" v="1405" actId="26606"/>
          <ac:spMkLst>
            <pc:docMk/>
            <pc:sldMk cId="1751885377" sldId="1499"/>
            <ac:spMk id="68" creationId="{DE4D62F9-188E-4530-84C2-24BDEE4BEB82}"/>
          </ac:spMkLst>
        </pc:spChg>
        <pc:spChg chg="add del">
          <ac:chgData name="Ree Brown" userId="6019b95bd8a428af" providerId="LiveId" clId="{D7E81A9A-C38B-4FB6-9F22-CDF0EA613CE7}" dt="2026-07-04T19:16:47.830" v="1405" actId="26606"/>
          <ac:spMkLst>
            <pc:docMk/>
            <pc:sldMk cId="1751885377" sldId="1499"/>
            <ac:spMk id="69" creationId="{C72330AA-E11E-458E-8798-12C7F77383B8}"/>
          </ac:spMkLst>
        </pc:spChg>
        <pc:spChg chg="add del">
          <ac:chgData name="Ree Brown" userId="6019b95bd8a428af" providerId="LiveId" clId="{D7E81A9A-C38B-4FB6-9F22-CDF0EA613CE7}" dt="2026-07-04T19:16:47.830" v="1405" actId="26606"/>
          <ac:spMkLst>
            <pc:docMk/>
            <pc:sldMk cId="1751885377" sldId="1499"/>
            <ac:spMk id="70" creationId="{A6BDC1B0-0C91-4230-BFEB-9C8ED19B9A3A}"/>
          </ac:spMkLst>
        </pc:spChg>
        <pc:spChg chg="add del">
          <ac:chgData name="Ree Brown" userId="6019b95bd8a428af" providerId="LiveId" clId="{D7E81A9A-C38B-4FB6-9F22-CDF0EA613CE7}" dt="2026-07-04T19:16:47.830" v="1405" actId="26606"/>
          <ac:spMkLst>
            <pc:docMk/>
            <pc:sldMk cId="1751885377" sldId="1499"/>
            <ac:spMk id="71" creationId="{68E0A26E-4EA8-4E6C-97A2-7B6C1C13F8CF}"/>
          </ac:spMkLst>
        </pc:spChg>
        <pc:spChg chg="add del">
          <ac:chgData name="Ree Brown" userId="6019b95bd8a428af" providerId="LiveId" clId="{D7E81A9A-C38B-4FB6-9F22-CDF0EA613CE7}" dt="2026-07-04T19:16:47.830" v="1405" actId="26606"/>
          <ac:spMkLst>
            <pc:docMk/>
            <pc:sldMk cId="1751885377" sldId="1499"/>
            <ac:spMk id="72" creationId="{C1841CC0-B7A9-4828-B82F-9C6B433BDCAE}"/>
          </ac:spMkLst>
        </pc:spChg>
        <pc:spChg chg="add">
          <ac:chgData name="Ree Brown" userId="6019b95bd8a428af" providerId="LiveId" clId="{D7E81A9A-C38B-4FB6-9F22-CDF0EA613CE7}" dt="2026-07-04T19:26:41.782" v="1513" actId="26606"/>
          <ac:spMkLst>
            <pc:docMk/>
            <pc:sldMk cId="1751885377" sldId="1499"/>
            <ac:spMk id="74" creationId="{4A5788BB-481F-4FC7-AD49-73D20DDD6AE4}"/>
          </ac:spMkLst>
        </pc:spChg>
        <pc:spChg chg="add del">
          <ac:chgData name="Ree Brown" userId="6019b95bd8a428af" providerId="LiveId" clId="{D7E81A9A-C38B-4FB6-9F22-CDF0EA613CE7}" dt="2026-07-04T19:16:51.402" v="1407" actId="26606"/>
          <ac:spMkLst>
            <pc:docMk/>
            <pc:sldMk cId="1751885377" sldId="1499"/>
            <ac:spMk id="81" creationId="{989BE678-777B-482A-A616-FEDC47B162E5}"/>
          </ac:spMkLst>
        </pc:spChg>
        <pc:spChg chg="add del">
          <ac:chgData name="Ree Brown" userId="6019b95bd8a428af" providerId="LiveId" clId="{D7E81A9A-C38B-4FB6-9F22-CDF0EA613CE7}" dt="2026-07-04T19:16:51.402" v="1407" actId="26606"/>
          <ac:spMkLst>
            <pc:docMk/>
            <pc:sldMk cId="1751885377" sldId="1499"/>
            <ac:spMk id="84" creationId="{D28BE0C3-2102-4820-B88B-A448B1840D14}"/>
          </ac:spMkLst>
        </pc:spChg>
        <pc:spChg chg="add del">
          <ac:chgData name="Ree Brown" userId="6019b95bd8a428af" providerId="LiveId" clId="{D7E81A9A-C38B-4FB6-9F22-CDF0EA613CE7}" dt="2026-07-04T19:16:51.402" v="1407" actId="26606"/>
          <ac:spMkLst>
            <pc:docMk/>
            <pc:sldMk cId="1751885377" sldId="1499"/>
            <ac:spMk id="85" creationId="{BFEFF673-A9DE-416D-A04E-1D50904542A9}"/>
          </ac:spMkLst>
        </pc:spChg>
        <pc:spChg chg="add del">
          <ac:chgData name="Ree Brown" userId="6019b95bd8a428af" providerId="LiveId" clId="{D7E81A9A-C38B-4FB6-9F22-CDF0EA613CE7}" dt="2026-07-04T19:16:54.215" v="1410" actId="26606"/>
          <ac:spMkLst>
            <pc:docMk/>
            <pc:sldMk cId="1751885377" sldId="1499"/>
            <ac:spMk id="89" creationId="{989BE678-777B-482A-A616-FEDC47B162E5}"/>
          </ac:spMkLst>
        </pc:spChg>
        <pc:spChg chg="add del">
          <ac:chgData name="Ree Brown" userId="6019b95bd8a428af" providerId="LiveId" clId="{D7E81A9A-C38B-4FB6-9F22-CDF0EA613CE7}" dt="2026-07-04T19:16:54.215" v="1410" actId="26606"/>
          <ac:spMkLst>
            <pc:docMk/>
            <pc:sldMk cId="1751885377" sldId="1499"/>
            <ac:spMk id="92" creationId="{D28BE0C3-2102-4820-B88B-A448B1840D14}"/>
          </ac:spMkLst>
        </pc:spChg>
        <pc:spChg chg="add del">
          <ac:chgData name="Ree Brown" userId="6019b95bd8a428af" providerId="LiveId" clId="{D7E81A9A-C38B-4FB6-9F22-CDF0EA613CE7}" dt="2026-07-04T19:16:54.215" v="1410" actId="26606"/>
          <ac:spMkLst>
            <pc:docMk/>
            <pc:sldMk cId="1751885377" sldId="1499"/>
            <ac:spMk id="93" creationId="{4A5788BB-481F-4FC7-AD49-73D20DDD6AE4}"/>
          </ac:spMkLst>
        </pc:spChg>
        <pc:spChg chg="add del">
          <ac:chgData name="Ree Brown" userId="6019b95bd8a428af" providerId="LiveId" clId="{D7E81A9A-C38B-4FB6-9F22-CDF0EA613CE7}" dt="2026-07-04T19:17:15.044" v="1412" actId="26606"/>
          <ac:spMkLst>
            <pc:docMk/>
            <pc:sldMk cId="1751885377" sldId="1499"/>
            <ac:spMk id="97" creationId="{4AC0CD9D-7610-4620-93B4-798CCD9AB581}"/>
          </ac:spMkLst>
        </pc:spChg>
        <pc:spChg chg="add del">
          <ac:chgData name="Ree Brown" userId="6019b95bd8a428af" providerId="LiveId" clId="{D7E81A9A-C38B-4FB6-9F22-CDF0EA613CE7}" dt="2026-07-04T19:17:15.044" v="1412" actId="26606"/>
          <ac:spMkLst>
            <pc:docMk/>
            <pc:sldMk cId="1751885377" sldId="1499"/>
            <ac:spMk id="100" creationId="{DE4D62F9-188E-4530-84C2-24BDEE4BEB82}"/>
          </ac:spMkLst>
        </pc:spChg>
        <pc:spChg chg="add del">
          <ac:chgData name="Ree Brown" userId="6019b95bd8a428af" providerId="LiveId" clId="{D7E81A9A-C38B-4FB6-9F22-CDF0EA613CE7}" dt="2026-07-04T19:17:15.044" v="1412" actId="26606"/>
          <ac:spMkLst>
            <pc:docMk/>
            <pc:sldMk cId="1751885377" sldId="1499"/>
            <ac:spMk id="101" creationId="{C72330AA-E11E-458E-8798-12C7F77383B8}"/>
          </ac:spMkLst>
        </pc:spChg>
        <pc:spChg chg="add del">
          <ac:chgData name="Ree Brown" userId="6019b95bd8a428af" providerId="LiveId" clId="{D7E81A9A-C38B-4FB6-9F22-CDF0EA613CE7}" dt="2026-07-04T19:17:15.044" v="1412" actId="26606"/>
          <ac:spMkLst>
            <pc:docMk/>
            <pc:sldMk cId="1751885377" sldId="1499"/>
            <ac:spMk id="102" creationId="{A6BDC1B0-0C91-4230-BFEB-9C8ED19B9A3A}"/>
          </ac:spMkLst>
        </pc:spChg>
        <pc:spChg chg="add del">
          <ac:chgData name="Ree Brown" userId="6019b95bd8a428af" providerId="LiveId" clId="{D7E81A9A-C38B-4FB6-9F22-CDF0EA613CE7}" dt="2026-07-04T19:17:15.044" v="1412" actId="26606"/>
          <ac:spMkLst>
            <pc:docMk/>
            <pc:sldMk cId="1751885377" sldId="1499"/>
            <ac:spMk id="103" creationId="{68E0A26E-4EA8-4E6C-97A2-7B6C1C13F8CF}"/>
          </ac:spMkLst>
        </pc:spChg>
        <pc:spChg chg="add del">
          <ac:chgData name="Ree Brown" userId="6019b95bd8a428af" providerId="LiveId" clId="{D7E81A9A-C38B-4FB6-9F22-CDF0EA613CE7}" dt="2026-07-04T19:17:15.044" v="1412" actId="26606"/>
          <ac:spMkLst>
            <pc:docMk/>
            <pc:sldMk cId="1751885377" sldId="1499"/>
            <ac:spMk id="104" creationId="{C1841CC0-B7A9-4828-B82F-9C6B433BDCAE}"/>
          </ac:spMkLst>
        </pc:spChg>
        <pc:spChg chg="add del">
          <ac:chgData name="Ree Brown" userId="6019b95bd8a428af" providerId="LiveId" clId="{D7E81A9A-C38B-4FB6-9F22-CDF0EA613CE7}" dt="2026-07-04T19:17:17.393" v="1415" actId="26606"/>
          <ac:spMkLst>
            <pc:docMk/>
            <pc:sldMk cId="1751885377" sldId="1499"/>
            <ac:spMk id="113" creationId="{989BE678-777B-482A-A616-FEDC47B162E5}"/>
          </ac:spMkLst>
        </pc:spChg>
        <pc:spChg chg="add del">
          <ac:chgData name="Ree Brown" userId="6019b95bd8a428af" providerId="LiveId" clId="{D7E81A9A-C38B-4FB6-9F22-CDF0EA613CE7}" dt="2026-07-04T19:17:17.393" v="1415" actId="26606"/>
          <ac:spMkLst>
            <pc:docMk/>
            <pc:sldMk cId="1751885377" sldId="1499"/>
            <ac:spMk id="116" creationId="{D28BE0C3-2102-4820-B88B-A448B1840D14}"/>
          </ac:spMkLst>
        </pc:spChg>
        <pc:spChg chg="add del">
          <ac:chgData name="Ree Brown" userId="6019b95bd8a428af" providerId="LiveId" clId="{D7E81A9A-C38B-4FB6-9F22-CDF0EA613CE7}" dt="2026-07-04T19:17:17.393" v="1415" actId="26606"/>
          <ac:spMkLst>
            <pc:docMk/>
            <pc:sldMk cId="1751885377" sldId="1499"/>
            <ac:spMk id="117" creationId="{4A5788BB-481F-4FC7-AD49-73D20DDD6AE4}"/>
          </ac:spMkLst>
        </pc:spChg>
        <pc:spChg chg="add del">
          <ac:chgData name="Ree Brown" userId="6019b95bd8a428af" providerId="LiveId" clId="{D7E81A9A-C38B-4FB6-9F22-CDF0EA613CE7}" dt="2026-07-04T19:18:30.083" v="1427" actId="26606"/>
          <ac:spMkLst>
            <pc:docMk/>
            <pc:sldMk cId="1751885377" sldId="1499"/>
            <ac:spMk id="121" creationId="{989BE678-777B-482A-A616-FEDC47B162E5}"/>
          </ac:spMkLst>
        </pc:spChg>
        <pc:spChg chg="add del">
          <ac:chgData name="Ree Brown" userId="6019b95bd8a428af" providerId="LiveId" clId="{D7E81A9A-C38B-4FB6-9F22-CDF0EA613CE7}" dt="2026-07-04T19:18:30.083" v="1427" actId="26606"/>
          <ac:spMkLst>
            <pc:docMk/>
            <pc:sldMk cId="1751885377" sldId="1499"/>
            <ac:spMk id="124" creationId="{D28BE0C3-2102-4820-B88B-A448B1840D14}"/>
          </ac:spMkLst>
        </pc:spChg>
        <pc:spChg chg="add del">
          <ac:chgData name="Ree Brown" userId="6019b95bd8a428af" providerId="LiveId" clId="{D7E81A9A-C38B-4FB6-9F22-CDF0EA613CE7}" dt="2026-07-04T19:18:30.083" v="1427" actId="26606"/>
          <ac:spMkLst>
            <pc:docMk/>
            <pc:sldMk cId="1751885377" sldId="1499"/>
            <ac:spMk id="125" creationId="{C6A81905-F480-46A4-BC10-215D24EA1AE6}"/>
          </ac:spMkLst>
        </pc:spChg>
        <pc:spChg chg="add del">
          <ac:chgData name="Ree Brown" userId="6019b95bd8a428af" providerId="LiveId" clId="{D7E81A9A-C38B-4FB6-9F22-CDF0EA613CE7}" dt="2026-07-04T19:18:30.083" v="1427" actId="26606"/>
          <ac:spMkLst>
            <pc:docMk/>
            <pc:sldMk cId="1751885377" sldId="1499"/>
            <ac:spMk id="126" creationId="{36FD4D9D-3784-41E8-8405-A42B72F51331}"/>
          </ac:spMkLst>
        </pc:spChg>
        <pc:spChg chg="add del">
          <ac:chgData name="Ree Brown" userId="6019b95bd8a428af" providerId="LiveId" clId="{D7E81A9A-C38B-4FB6-9F22-CDF0EA613CE7}" dt="2026-07-04T19:18:30.083" v="1427" actId="26606"/>
          <ac:spMkLst>
            <pc:docMk/>
            <pc:sldMk cId="1751885377" sldId="1499"/>
            <ac:spMk id="127" creationId="{60817A52-B891-4228-A61E-0C0A57632DDA}"/>
          </ac:spMkLst>
        </pc:spChg>
        <pc:spChg chg="add del">
          <ac:chgData name="Ree Brown" userId="6019b95bd8a428af" providerId="LiveId" clId="{D7E81A9A-C38B-4FB6-9F22-CDF0EA613CE7}" dt="2026-07-04T19:23:20.039" v="1468" actId="26606"/>
          <ac:spMkLst>
            <pc:docMk/>
            <pc:sldMk cId="1751885377" sldId="1499"/>
            <ac:spMk id="135" creationId="{C9AA3421-14DF-468E-8E1F-C7495E95AE15}"/>
          </ac:spMkLst>
        </pc:spChg>
        <pc:spChg chg="add del">
          <ac:chgData name="Ree Brown" userId="6019b95bd8a428af" providerId="LiveId" clId="{D7E81A9A-C38B-4FB6-9F22-CDF0EA613CE7}" dt="2026-07-04T19:18:21.106" v="1422" actId="26606"/>
          <ac:spMkLst>
            <pc:docMk/>
            <pc:sldMk cId="1751885377" sldId="1499"/>
            <ac:spMk id="136" creationId="{989BE678-777B-482A-A616-FEDC47B162E5}"/>
          </ac:spMkLst>
        </pc:spChg>
        <pc:spChg chg="add del">
          <ac:chgData name="Ree Brown" userId="6019b95bd8a428af" providerId="LiveId" clId="{D7E81A9A-C38B-4FB6-9F22-CDF0EA613CE7}" dt="2026-07-04T19:18:21.106" v="1422" actId="26606"/>
          <ac:spMkLst>
            <pc:docMk/>
            <pc:sldMk cId="1751885377" sldId="1499"/>
            <ac:spMk id="142" creationId="{D28BE0C3-2102-4820-B88B-A448B1840D14}"/>
          </ac:spMkLst>
        </pc:spChg>
        <pc:spChg chg="add del">
          <ac:chgData name="Ree Brown" userId="6019b95bd8a428af" providerId="LiveId" clId="{D7E81A9A-C38B-4FB6-9F22-CDF0EA613CE7}" dt="2026-07-04T19:18:23.631" v="1424" actId="26606"/>
          <ac:spMkLst>
            <pc:docMk/>
            <pc:sldMk cId="1751885377" sldId="1499"/>
            <ac:spMk id="146" creationId="{989BE678-777B-482A-A616-FEDC47B162E5}"/>
          </ac:spMkLst>
        </pc:spChg>
        <pc:spChg chg="add del">
          <ac:chgData name="Ree Brown" userId="6019b95bd8a428af" providerId="LiveId" clId="{D7E81A9A-C38B-4FB6-9F22-CDF0EA613CE7}" dt="2026-07-04T19:18:23.631" v="1424" actId="26606"/>
          <ac:spMkLst>
            <pc:docMk/>
            <pc:sldMk cId="1751885377" sldId="1499"/>
            <ac:spMk id="149" creationId="{D28BE0C3-2102-4820-B88B-A448B1840D14}"/>
          </ac:spMkLst>
        </pc:spChg>
        <pc:spChg chg="add del">
          <ac:chgData name="Ree Brown" userId="6019b95bd8a428af" providerId="LiveId" clId="{D7E81A9A-C38B-4FB6-9F22-CDF0EA613CE7}" dt="2026-07-04T19:18:30.048" v="1426" actId="26606"/>
          <ac:spMkLst>
            <pc:docMk/>
            <pc:sldMk cId="1751885377" sldId="1499"/>
            <ac:spMk id="153" creationId="{989BE678-777B-482A-A616-FEDC47B162E5}"/>
          </ac:spMkLst>
        </pc:spChg>
        <pc:spChg chg="add del">
          <ac:chgData name="Ree Brown" userId="6019b95bd8a428af" providerId="LiveId" clId="{D7E81A9A-C38B-4FB6-9F22-CDF0EA613CE7}" dt="2026-07-04T19:18:30.048" v="1426" actId="26606"/>
          <ac:spMkLst>
            <pc:docMk/>
            <pc:sldMk cId="1751885377" sldId="1499"/>
            <ac:spMk id="156" creationId="{D28BE0C3-2102-4820-B88B-A448B1840D14}"/>
          </ac:spMkLst>
        </pc:spChg>
        <pc:spChg chg="add del">
          <ac:chgData name="Ree Brown" userId="6019b95bd8a428af" providerId="LiveId" clId="{D7E81A9A-C38B-4FB6-9F22-CDF0EA613CE7}" dt="2026-07-04T19:20:57.035" v="1430" actId="700"/>
          <ac:spMkLst>
            <pc:docMk/>
            <pc:sldMk cId="1751885377" sldId="1499"/>
            <ac:spMk id="160" creationId="{989BE678-777B-482A-A616-FEDC47B162E5}"/>
          </ac:spMkLst>
        </pc:spChg>
        <pc:spChg chg="add del">
          <ac:chgData name="Ree Brown" userId="6019b95bd8a428af" providerId="LiveId" clId="{D7E81A9A-C38B-4FB6-9F22-CDF0EA613CE7}" dt="2026-07-04T19:20:57.035" v="1430" actId="700"/>
          <ac:spMkLst>
            <pc:docMk/>
            <pc:sldMk cId="1751885377" sldId="1499"/>
            <ac:spMk id="163" creationId="{D28BE0C3-2102-4820-B88B-A448B1840D14}"/>
          </ac:spMkLst>
        </pc:spChg>
        <pc:spChg chg="add del">
          <ac:chgData name="Ree Brown" userId="6019b95bd8a428af" providerId="LiveId" clId="{D7E81A9A-C38B-4FB6-9F22-CDF0EA613CE7}" dt="2026-07-04T19:20:57.035" v="1430" actId="700"/>
          <ac:spMkLst>
            <pc:docMk/>
            <pc:sldMk cId="1751885377" sldId="1499"/>
            <ac:spMk id="164" creationId="{4A5788BB-481F-4FC7-AD49-73D20DDD6AE4}"/>
          </ac:spMkLst>
        </pc:spChg>
        <pc:spChg chg="add del">
          <ac:chgData name="Ree Brown" userId="6019b95bd8a428af" providerId="LiveId" clId="{D7E81A9A-C38B-4FB6-9F22-CDF0EA613CE7}" dt="2026-07-04T19:24:43.408" v="1482" actId="26606"/>
          <ac:spMkLst>
            <pc:docMk/>
            <pc:sldMk cId="1751885377" sldId="1499"/>
            <ac:spMk id="165" creationId="{9499C9FE-4B17-4937-9EB8-3E1A97E32D88}"/>
          </ac:spMkLst>
        </pc:spChg>
        <pc:spChg chg="add del">
          <ac:chgData name="Ree Brown" userId="6019b95bd8a428af" providerId="LiveId" clId="{D7E81A9A-C38B-4FB6-9F22-CDF0EA613CE7}" dt="2026-07-04T19:23:29.492" v="1470" actId="26606"/>
          <ac:spMkLst>
            <pc:docMk/>
            <pc:sldMk cId="1751885377" sldId="1499"/>
            <ac:spMk id="206" creationId="{7A776897-8419-4FC1-8178-13891A1CEB36}"/>
          </ac:spMkLst>
        </pc:spChg>
        <pc:spChg chg="add del">
          <ac:chgData name="Ree Brown" userId="6019b95bd8a428af" providerId="LiveId" clId="{D7E81A9A-C38B-4FB6-9F22-CDF0EA613CE7}" dt="2026-07-04T19:24:46.718" v="1484" actId="26606"/>
          <ac:spMkLst>
            <pc:docMk/>
            <pc:sldMk cId="1751885377" sldId="1499"/>
            <ac:spMk id="220" creationId="{8334A2EF-69D9-41C1-9876-91D7FCF7C3C4}"/>
          </ac:spMkLst>
        </pc:spChg>
        <pc:spChg chg="add del">
          <ac:chgData name="Ree Brown" userId="6019b95bd8a428af" providerId="LiveId" clId="{D7E81A9A-C38B-4FB6-9F22-CDF0EA613CE7}" dt="2026-07-04T19:24:46.718" v="1484" actId="26606"/>
          <ac:spMkLst>
            <pc:docMk/>
            <pc:sldMk cId="1751885377" sldId="1499"/>
            <ac:spMk id="243" creationId="{C8CA0C52-5ACA-4F17-AA4A-312E0E110981}"/>
          </ac:spMkLst>
        </pc:spChg>
        <pc:spChg chg="add del">
          <ac:chgData name="Ree Brown" userId="6019b95bd8a428af" providerId="LiveId" clId="{D7E81A9A-C38B-4FB6-9F22-CDF0EA613CE7}" dt="2026-07-04T19:24:46.718" v="1484" actId="26606"/>
          <ac:spMkLst>
            <pc:docMk/>
            <pc:sldMk cId="1751885377" sldId="1499"/>
            <ac:spMk id="244" creationId="{4F37E7FB-7372-47E3-914E-7CF7E94B1C49}"/>
          </ac:spMkLst>
        </pc:spChg>
        <pc:spChg chg="add del">
          <ac:chgData name="Ree Brown" userId="6019b95bd8a428af" providerId="LiveId" clId="{D7E81A9A-C38B-4FB6-9F22-CDF0EA613CE7}" dt="2026-07-04T19:23:33.465" v="1472" actId="26606"/>
          <ac:spMkLst>
            <pc:docMk/>
            <pc:sldMk cId="1751885377" sldId="1499"/>
            <ac:spMk id="253" creationId="{5E6E69F2-0235-4F71-A7DA-7E1EA0BB4D9D}"/>
          </ac:spMkLst>
        </pc:spChg>
        <pc:spChg chg="add del">
          <ac:chgData name="Ree Brown" userId="6019b95bd8a428af" providerId="LiveId" clId="{D7E81A9A-C38B-4FB6-9F22-CDF0EA613CE7}" dt="2026-07-04T19:25:15.705" v="1497" actId="26606"/>
          <ac:spMkLst>
            <pc:docMk/>
            <pc:sldMk cId="1751885377" sldId="1499"/>
            <ac:spMk id="274" creationId="{F25D9EEC-24EA-4FED-9057-A7DF62184176}"/>
          </ac:spMkLst>
        </pc:spChg>
        <pc:spChg chg="add del">
          <ac:chgData name="Ree Brown" userId="6019b95bd8a428af" providerId="LiveId" clId="{D7E81A9A-C38B-4FB6-9F22-CDF0EA613CE7}" dt="2026-07-04T19:23:35.222" v="1474" actId="26606"/>
          <ac:spMkLst>
            <pc:docMk/>
            <pc:sldMk cId="1751885377" sldId="1499"/>
            <ac:spMk id="301" creationId="{4073BB3D-5311-4C53-A7AA-D4D1087664F3}"/>
          </ac:spMkLst>
        </pc:spChg>
        <pc:spChg chg="add mod">
          <ac:chgData name="Ree Brown" userId="6019b95bd8a428af" providerId="LiveId" clId="{D7E81A9A-C38B-4FB6-9F22-CDF0EA613CE7}" dt="2026-07-04T21:40:41.292" v="3479" actId="1076"/>
          <ac:spMkLst>
            <pc:docMk/>
            <pc:sldMk cId="1751885377" sldId="1499"/>
            <ac:spMk id="326" creationId="{116FD405-9432-46CA-04F4-3ADE39B5CD51}"/>
          </ac:spMkLst>
        </pc:spChg>
        <pc:spChg chg="add del">
          <ac:chgData name="Ree Brown" userId="6019b95bd8a428af" providerId="LiveId" clId="{D7E81A9A-C38B-4FB6-9F22-CDF0EA613CE7}" dt="2026-07-04T19:25:19.763" v="1501" actId="26606"/>
          <ac:spMkLst>
            <pc:docMk/>
            <pc:sldMk cId="1751885377" sldId="1499"/>
            <ac:spMk id="348" creationId="{5E6E69F2-0235-4F71-A7DA-7E1EA0BB4D9D}"/>
          </ac:spMkLst>
        </pc:spChg>
        <pc:grpChg chg="add del">
          <ac:chgData name="Ree Brown" userId="6019b95bd8a428af" providerId="LiveId" clId="{D7E81A9A-C38B-4FB6-9F22-CDF0EA613CE7}" dt="2026-07-04T19:23:20.039" v="1468" actId="26606"/>
          <ac:grpSpMkLst>
            <pc:docMk/>
            <pc:sldMk cId="1751885377" sldId="1499"/>
            <ac:grpSpMk id="14" creationId="{E024D248-87CA-4666-BB50-B93BF1A6FB3C}"/>
          </ac:grpSpMkLst>
        </pc:grpChg>
        <pc:grpChg chg="add del">
          <ac:chgData name="Ree Brown" userId="6019b95bd8a428af" providerId="LiveId" clId="{D7E81A9A-C38B-4FB6-9F22-CDF0EA613CE7}" dt="2026-07-04T19:24:43.408" v="1482" actId="26606"/>
          <ac:grpSpMkLst>
            <pc:docMk/>
            <pc:sldMk cId="1751885377" sldId="1499"/>
            <ac:grpSpMk id="37" creationId="{2DAE3342-9DFC-49D4-B09C-25E310769317}"/>
          </ac:grpSpMkLst>
        </pc:grpChg>
        <pc:grpChg chg="add del">
          <ac:chgData name="Ree Brown" userId="6019b95bd8a428af" providerId="LiveId" clId="{D7E81A9A-C38B-4FB6-9F22-CDF0EA613CE7}" dt="2026-07-04T19:23:20.039" v="1468" actId="26606"/>
          <ac:grpSpMkLst>
            <pc:docMk/>
            <pc:sldMk cId="1751885377" sldId="1499"/>
            <ac:grpSpMk id="129" creationId="{38BE3980-E33C-47F5-9C30-74FF864BE1C2}"/>
          </ac:grpSpMkLst>
        </pc:grpChg>
        <pc:grpChg chg="add del">
          <ac:chgData name="Ree Brown" userId="6019b95bd8a428af" providerId="LiveId" clId="{D7E81A9A-C38B-4FB6-9F22-CDF0EA613CE7}" dt="2026-07-04T19:23:20.039" v="1468" actId="26606"/>
          <ac:grpSpMkLst>
            <pc:docMk/>
            <pc:sldMk cId="1751885377" sldId="1499"/>
            <ac:grpSpMk id="137" creationId="{6AB06098-65D0-4DC6-8D98-F0CECB98633A}"/>
          </ac:grpSpMkLst>
        </pc:grpChg>
        <pc:grpChg chg="add del">
          <ac:chgData name="Ree Brown" userId="6019b95bd8a428af" providerId="LiveId" clId="{D7E81A9A-C38B-4FB6-9F22-CDF0EA613CE7}" dt="2026-07-04T19:24:43.408" v="1482" actId="26606"/>
          <ac:grpSpMkLst>
            <pc:docMk/>
            <pc:sldMk cId="1751885377" sldId="1499"/>
            <ac:grpSpMk id="141" creationId="{B54F73D8-62C2-4127-9D19-01219BBB9942}"/>
          </ac:grpSpMkLst>
        </pc:grpChg>
        <pc:grpChg chg="add del">
          <ac:chgData name="Ree Brown" userId="6019b95bd8a428af" providerId="LiveId" clId="{D7E81A9A-C38B-4FB6-9F22-CDF0EA613CE7}" dt="2026-07-04T19:24:43.408" v="1482" actId="26606"/>
          <ac:grpSpMkLst>
            <pc:docMk/>
            <pc:sldMk cId="1751885377" sldId="1499"/>
            <ac:grpSpMk id="166" creationId="{BA1AA859-8E3B-49BF-83F6-ADF050A2CF37}"/>
          </ac:grpSpMkLst>
        </pc:grpChg>
        <pc:grpChg chg="add del">
          <ac:chgData name="Ree Brown" userId="6019b95bd8a428af" providerId="LiveId" clId="{D7E81A9A-C38B-4FB6-9F22-CDF0EA613CE7}" dt="2026-07-04T19:23:20.039" v="1468" actId="26606"/>
          <ac:grpSpMkLst>
            <pc:docMk/>
            <pc:sldMk cId="1751885377" sldId="1499"/>
            <ac:grpSpMk id="177" creationId="{A4D9904B-CDB4-4324-8CE9-8FBFCD9C1482}"/>
          </ac:grpSpMkLst>
        </pc:grpChg>
        <pc:grpChg chg="add del">
          <ac:chgData name="Ree Brown" userId="6019b95bd8a428af" providerId="LiveId" clId="{D7E81A9A-C38B-4FB6-9F22-CDF0EA613CE7}" dt="2026-07-04T19:23:29.492" v="1470" actId="26606"/>
          <ac:grpSpMkLst>
            <pc:docMk/>
            <pc:sldMk cId="1751885377" sldId="1499"/>
            <ac:grpSpMk id="182" creationId="{E024D248-87CA-4666-BB50-B93BF1A6FB3C}"/>
          </ac:grpSpMkLst>
        </pc:grpChg>
        <pc:grpChg chg="add del">
          <ac:chgData name="Ree Brown" userId="6019b95bd8a428af" providerId="LiveId" clId="{D7E81A9A-C38B-4FB6-9F22-CDF0EA613CE7}" dt="2026-07-04T19:24:43.408" v="1482" actId="26606"/>
          <ac:grpSpMkLst>
            <pc:docMk/>
            <pc:sldMk cId="1751885377" sldId="1499"/>
            <ac:grpSpMk id="188" creationId="{0D2C6055-EB42-4E7C-B358-308A54C713E3}"/>
          </ac:grpSpMkLst>
        </pc:grpChg>
        <pc:grpChg chg="add del">
          <ac:chgData name="Ree Brown" userId="6019b95bd8a428af" providerId="LiveId" clId="{D7E81A9A-C38B-4FB6-9F22-CDF0EA613CE7}" dt="2026-07-04T19:24:46.718" v="1484" actId="26606"/>
          <ac:grpSpMkLst>
            <pc:docMk/>
            <pc:sldMk cId="1751885377" sldId="1499"/>
            <ac:grpSpMk id="193" creationId="{2DAE3342-9DFC-49D4-B09C-25E310769317}"/>
          </ac:grpSpMkLst>
        </pc:grpChg>
        <pc:grpChg chg="add del">
          <ac:chgData name="Ree Brown" userId="6019b95bd8a428af" providerId="LiveId" clId="{D7E81A9A-C38B-4FB6-9F22-CDF0EA613CE7}" dt="2026-07-04T19:23:29.492" v="1470" actId="26606"/>
          <ac:grpSpMkLst>
            <pc:docMk/>
            <pc:sldMk cId="1751885377" sldId="1499"/>
            <ac:grpSpMk id="202" creationId="{38BE3980-E33C-47F5-9C30-74FF864BE1C2}"/>
          </ac:grpSpMkLst>
        </pc:grpChg>
        <pc:grpChg chg="add del">
          <ac:chgData name="Ree Brown" userId="6019b95bd8a428af" providerId="LiveId" clId="{D7E81A9A-C38B-4FB6-9F22-CDF0EA613CE7}" dt="2026-07-04T19:23:29.492" v="1470" actId="26606"/>
          <ac:grpSpMkLst>
            <pc:docMk/>
            <pc:sldMk cId="1751885377" sldId="1499"/>
            <ac:grpSpMk id="207" creationId="{AB3515FC-94D0-4747-8282-011865E64943}"/>
          </ac:grpSpMkLst>
        </pc:grpChg>
        <pc:grpChg chg="add del">
          <ac:chgData name="Ree Brown" userId="6019b95bd8a428af" providerId="LiveId" clId="{D7E81A9A-C38B-4FB6-9F22-CDF0EA613CE7}" dt="2026-07-04T19:24:46.718" v="1484" actId="26606"/>
          <ac:grpSpMkLst>
            <pc:docMk/>
            <pc:sldMk cId="1751885377" sldId="1499"/>
            <ac:grpSpMk id="216" creationId="{B54F73D8-62C2-4127-9D19-01219BBB9942}"/>
          </ac:grpSpMkLst>
        </pc:grpChg>
        <pc:grpChg chg="add del">
          <ac:chgData name="Ree Brown" userId="6019b95bd8a428af" providerId="LiveId" clId="{D7E81A9A-C38B-4FB6-9F22-CDF0EA613CE7}" dt="2026-07-04T19:24:46.718" v="1484" actId="26606"/>
          <ac:grpSpMkLst>
            <pc:docMk/>
            <pc:sldMk cId="1751885377" sldId="1499"/>
            <ac:grpSpMk id="221" creationId="{874C0C03-1202-4DC9-BA33-998DDFB3FB89}"/>
          </ac:grpSpMkLst>
        </pc:grpChg>
        <pc:grpChg chg="add del">
          <ac:chgData name="Ree Brown" userId="6019b95bd8a428af" providerId="LiveId" clId="{D7E81A9A-C38B-4FB6-9F22-CDF0EA613CE7}" dt="2026-07-04T19:23:29.492" v="1470" actId="26606"/>
          <ac:grpSpMkLst>
            <pc:docMk/>
            <pc:sldMk cId="1751885377" sldId="1499"/>
            <ac:grpSpMk id="227" creationId="{C2DADFCD-95D2-4023-A8AB-13C40B023DD7}"/>
          </ac:grpSpMkLst>
        </pc:grpChg>
        <pc:grpChg chg="add del">
          <ac:chgData name="Ree Brown" userId="6019b95bd8a428af" providerId="LiveId" clId="{D7E81A9A-C38B-4FB6-9F22-CDF0EA613CE7}" dt="2026-07-04T19:23:33.465" v="1472" actId="26606"/>
          <ac:grpSpMkLst>
            <pc:docMk/>
            <pc:sldMk cId="1751885377" sldId="1499"/>
            <ac:grpSpMk id="232" creationId="{E024D248-87CA-4666-BB50-B93BF1A6FB3C}"/>
          </ac:grpSpMkLst>
        </pc:grpChg>
        <pc:grpChg chg="add del">
          <ac:chgData name="Ree Brown" userId="6019b95bd8a428af" providerId="LiveId" clId="{D7E81A9A-C38B-4FB6-9F22-CDF0EA613CE7}" dt="2026-07-04T19:25:15.705" v="1497" actId="26606"/>
          <ac:grpSpMkLst>
            <pc:docMk/>
            <pc:sldMk cId="1751885377" sldId="1499"/>
            <ac:grpSpMk id="246" creationId="{2DAE3342-9DFC-49D4-B09C-25E310769317}"/>
          </ac:grpSpMkLst>
        </pc:grpChg>
        <pc:grpChg chg="add del">
          <ac:chgData name="Ree Brown" userId="6019b95bd8a428af" providerId="LiveId" clId="{D7E81A9A-C38B-4FB6-9F22-CDF0EA613CE7}" dt="2026-07-04T19:23:33.465" v="1472" actId="26606"/>
          <ac:grpSpMkLst>
            <pc:docMk/>
            <pc:sldMk cId="1751885377" sldId="1499"/>
            <ac:grpSpMk id="249" creationId="{38BE3980-E33C-47F5-9C30-74FF864BE1C2}"/>
          </ac:grpSpMkLst>
        </pc:grpChg>
        <pc:grpChg chg="add del">
          <ac:chgData name="Ree Brown" userId="6019b95bd8a428af" providerId="LiveId" clId="{D7E81A9A-C38B-4FB6-9F22-CDF0EA613CE7}" dt="2026-07-04T19:23:33.465" v="1472" actId="26606"/>
          <ac:grpSpMkLst>
            <pc:docMk/>
            <pc:sldMk cId="1751885377" sldId="1499"/>
            <ac:grpSpMk id="254" creationId="{542D2976-52CB-4C9F-856C-00079CCF13AA}"/>
          </ac:grpSpMkLst>
        </pc:grpChg>
        <pc:grpChg chg="add del">
          <ac:chgData name="Ree Brown" userId="6019b95bd8a428af" providerId="LiveId" clId="{D7E81A9A-C38B-4FB6-9F22-CDF0EA613CE7}" dt="2026-07-04T19:25:15.705" v="1497" actId="26606"/>
          <ac:grpSpMkLst>
            <pc:docMk/>
            <pc:sldMk cId="1751885377" sldId="1499"/>
            <ac:grpSpMk id="269" creationId="{B54F73D8-62C2-4127-9D19-01219BBB9942}"/>
          </ac:grpSpMkLst>
        </pc:grpChg>
        <pc:grpChg chg="add del">
          <ac:chgData name="Ree Brown" userId="6019b95bd8a428af" providerId="LiveId" clId="{D7E81A9A-C38B-4FB6-9F22-CDF0EA613CE7}" dt="2026-07-04T19:23:33.465" v="1472" actId="26606"/>
          <ac:grpSpMkLst>
            <pc:docMk/>
            <pc:sldMk cId="1751885377" sldId="1499"/>
            <ac:grpSpMk id="272" creationId="{3D735544-EA59-4A7D-B899-D0038636FE7D}"/>
          </ac:grpSpMkLst>
        </pc:grpChg>
        <pc:grpChg chg="add del">
          <ac:chgData name="Ree Brown" userId="6019b95bd8a428af" providerId="LiveId" clId="{D7E81A9A-C38B-4FB6-9F22-CDF0EA613CE7}" dt="2026-07-04T19:25:15.705" v="1497" actId="26606"/>
          <ac:grpSpMkLst>
            <pc:docMk/>
            <pc:sldMk cId="1751885377" sldId="1499"/>
            <ac:grpSpMk id="275" creationId="{EE6BBC07-CF0C-4EE5-8031-F879DB97AE09}"/>
          </ac:grpSpMkLst>
        </pc:grpChg>
        <pc:grpChg chg="add del">
          <ac:chgData name="Ree Brown" userId="6019b95bd8a428af" providerId="LiveId" clId="{D7E81A9A-C38B-4FB6-9F22-CDF0EA613CE7}" dt="2026-07-04T19:23:35.222" v="1474" actId="26606"/>
          <ac:grpSpMkLst>
            <pc:docMk/>
            <pc:sldMk cId="1751885377" sldId="1499"/>
            <ac:grpSpMk id="277" creationId="{E024D248-87CA-4666-BB50-B93BF1A6FB3C}"/>
          </ac:grpSpMkLst>
        </pc:grpChg>
        <pc:grpChg chg="add del">
          <ac:chgData name="Ree Brown" userId="6019b95bd8a428af" providerId="LiveId" clId="{D7E81A9A-C38B-4FB6-9F22-CDF0EA613CE7}" dt="2026-07-04T19:25:15.705" v="1497" actId="26606"/>
          <ac:grpSpMkLst>
            <pc:docMk/>
            <pc:sldMk cId="1751885377" sldId="1499"/>
            <ac:grpSpMk id="296" creationId="{C823590F-2DA6-407F-920B-C16D7DF273D0}"/>
          </ac:grpSpMkLst>
        </pc:grpChg>
        <pc:grpChg chg="add del">
          <ac:chgData name="Ree Brown" userId="6019b95bd8a428af" providerId="LiveId" clId="{D7E81A9A-C38B-4FB6-9F22-CDF0EA613CE7}" dt="2026-07-04T19:23:35.222" v="1474" actId="26606"/>
          <ac:grpSpMkLst>
            <pc:docMk/>
            <pc:sldMk cId="1751885377" sldId="1499"/>
            <ac:grpSpMk id="297" creationId="{38BE3980-E33C-47F5-9C30-74FF864BE1C2}"/>
          </ac:grpSpMkLst>
        </pc:grpChg>
        <pc:grpChg chg="add del">
          <ac:chgData name="Ree Brown" userId="6019b95bd8a428af" providerId="LiveId" clId="{D7E81A9A-C38B-4FB6-9F22-CDF0EA613CE7}" dt="2026-07-04T19:23:35.222" v="1474" actId="26606"/>
          <ac:grpSpMkLst>
            <pc:docMk/>
            <pc:sldMk cId="1751885377" sldId="1499"/>
            <ac:grpSpMk id="302" creationId="{A58F2F30-A1A9-4987-A87C-CBFF99B622F5}"/>
          </ac:grpSpMkLst>
        </pc:grpChg>
        <pc:grpChg chg="add del">
          <ac:chgData name="Ree Brown" userId="6019b95bd8a428af" providerId="LiveId" clId="{D7E81A9A-C38B-4FB6-9F22-CDF0EA613CE7}" dt="2026-07-04T19:23:35.222" v="1474" actId="26606"/>
          <ac:grpSpMkLst>
            <pc:docMk/>
            <pc:sldMk cId="1751885377" sldId="1499"/>
            <ac:grpSpMk id="322" creationId="{ACE0F3D7-CAEE-4AC8-B8B1-883B45EA4C47}"/>
          </ac:grpSpMkLst>
        </pc:grpChg>
        <pc:grpChg chg="add del">
          <ac:chgData name="Ree Brown" userId="6019b95bd8a428af" providerId="LiveId" clId="{D7E81A9A-C38B-4FB6-9F22-CDF0EA613CE7}" dt="2026-07-04T19:25:19.763" v="1501" actId="26606"/>
          <ac:grpSpMkLst>
            <pc:docMk/>
            <pc:sldMk cId="1751885377" sldId="1499"/>
            <ac:grpSpMk id="327" creationId="{E024D248-87CA-4666-BB50-B93BF1A6FB3C}"/>
          </ac:grpSpMkLst>
        </pc:grpChg>
        <pc:grpChg chg="add del">
          <ac:chgData name="Ree Brown" userId="6019b95bd8a428af" providerId="LiveId" clId="{D7E81A9A-C38B-4FB6-9F22-CDF0EA613CE7}" dt="2026-07-04T19:25:19.763" v="1501" actId="26606"/>
          <ac:grpSpMkLst>
            <pc:docMk/>
            <pc:sldMk cId="1751885377" sldId="1499"/>
            <ac:grpSpMk id="344" creationId="{38BE3980-E33C-47F5-9C30-74FF864BE1C2}"/>
          </ac:grpSpMkLst>
        </pc:grpChg>
        <pc:grpChg chg="add del">
          <ac:chgData name="Ree Brown" userId="6019b95bd8a428af" providerId="LiveId" clId="{D7E81A9A-C38B-4FB6-9F22-CDF0EA613CE7}" dt="2026-07-04T19:25:19.763" v="1501" actId="26606"/>
          <ac:grpSpMkLst>
            <pc:docMk/>
            <pc:sldMk cId="1751885377" sldId="1499"/>
            <ac:grpSpMk id="349" creationId="{542D2976-52CB-4C9F-856C-00079CCF13AA}"/>
          </ac:grpSpMkLst>
        </pc:grpChg>
        <pc:grpChg chg="add del">
          <ac:chgData name="Ree Brown" userId="6019b95bd8a428af" providerId="LiveId" clId="{D7E81A9A-C38B-4FB6-9F22-CDF0EA613CE7}" dt="2026-07-04T19:25:19.763" v="1501" actId="26606"/>
          <ac:grpSpMkLst>
            <pc:docMk/>
            <pc:sldMk cId="1751885377" sldId="1499"/>
            <ac:grpSpMk id="367" creationId="{3D735544-EA59-4A7D-B899-D0038636FE7D}"/>
          </ac:grpSpMkLst>
        </pc:grpChg>
        <pc:picChg chg="add del mod">
          <ac:chgData name="Ree Brown" userId="6019b95bd8a428af" providerId="LiveId" clId="{D7E81A9A-C38B-4FB6-9F22-CDF0EA613CE7}" dt="2026-07-04T19:18:05.548" v="1419" actId="478"/>
          <ac:picMkLst>
            <pc:docMk/>
            <pc:sldMk cId="1751885377" sldId="1499"/>
            <ac:picMk id="4" creationId="{603C81FE-1C24-8498-F6D2-CFF1F2292B88}"/>
          </ac:picMkLst>
        </pc:picChg>
        <pc:picChg chg="add del mod">
          <ac:chgData name="Ree Brown" userId="6019b95bd8a428af" providerId="LiveId" clId="{D7E81A9A-C38B-4FB6-9F22-CDF0EA613CE7}" dt="2026-07-04T19:21:14.263" v="1435" actId="478"/>
          <ac:picMkLst>
            <pc:docMk/>
            <pc:sldMk cId="1751885377" sldId="1499"/>
            <ac:picMk id="6" creationId="{387DE01A-04E6-C5D3-B785-6A2BAAF934AB}"/>
          </ac:picMkLst>
        </pc:picChg>
        <pc:picChg chg="add del">
          <ac:chgData name="Ree Brown" userId="6019b95bd8a428af" providerId="LiveId" clId="{D7E81A9A-C38B-4FB6-9F22-CDF0EA613CE7}" dt="2026-07-04T19:16:10.178" v="1393" actId="26606"/>
          <ac:picMkLst>
            <pc:docMk/>
            <pc:sldMk cId="1751885377" sldId="1499"/>
            <ac:picMk id="9" creationId="{DF19BAF3-7E20-4B9D-B544-BABAEEA1FA75}"/>
          </ac:picMkLst>
        </pc:picChg>
        <pc:picChg chg="add del">
          <ac:chgData name="Ree Brown" userId="6019b95bd8a428af" providerId="LiveId" clId="{D7E81A9A-C38B-4FB6-9F22-CDF0EA613CE7}" dt="2026-07-04T19:16:10.178" v="1393" actId="26606"/>
          <ac:picMkLst>
            <pc:docMk/>
            <pc:sldMk cId="1751885377" sldId="1499"/>
            <ac:picMk id="11" creationId="{950648F4-ABCD-4DF0-8641-76CFB2354721}"/>
          </ac:picMkLst>
        </pc:picChg>
        <pc:picChg chg="add mod ord">
          <ac:chgData name="Ree Brown" userId="6019b95bd8a428af" providerId="LiveId" clId="{D7E81A9A-C38B-4FB6-9F22-CDF0EA613CE7}" dt="2026-07-04T19:26:41.782" v="1513" actId="26606"/>
          <ac:picMkLst>
            <pc:docMk/>
            <pc:sldMk cId="1751885377" sldId="1499"/>
            <ac:picMk id="12" creationId="{23F72FB8-6EC7-C1CF-BA25-521929B3A84A}"/>
          </ac:picMkLst>
        </pc:picChg>
        <pc:picChg chg="add del">
          <ac:chgData name="Ree Brown" userId="6019b95bd8a428af" providerId="LiveId" clId="{D7E81A9A-C38B-4FB6-9F22-CDF0EA613CE7}" dt="2026-07-04T19:16:10.178" v="1393" actId="26606"/>
          <ac:picMkLst>
            <pc:docMk/>
            <pc:sldMk cId="1751885377" sldId="1499"/>
            <ac:picMk id="15" creationId="{CF1EB4BD-9C7E-4AA3-9681-C7EB0DA6250B}"/>
          </ac:picMkLst>
        </pc:picChg>
        <pc:picChg chg="add del">
          <ac:chgData name="Ree Brown" userId="6019b95bd8a428af" providerId="LiveId" clId="{D7E81A9A-C38B-4FB6-9F22-CDF0EA613CE7}" dt="2026-07-04T19:16:10.178" v="1393" actId="26606"/>
          <ac:picMkLst>
            <pc:docMk/>
            <pc:sldMk cId="1751885377" sldId="1499"/>
            <ac:picMk id="17" creationId="{94AAE3AA-3759-4D28-B0EF-575F25A5146C}"/>
          </ac:picMkLst>
        </pc:picChg>
        <pc:picChg chg="add">
          <ac:chgData name="Ree Brown" userId="6019b95bd8a428af" providerId="LiveId" clId="{D7E81A9A-C38B-4FB6-9F22-CDF0EA613CE7}" dt="2026-07-04T19:26:41.782" v="1513" actId="26606"/>
          <ac:picMkLst>
            <pc:docMk/>
            <pc:sldMk cId="1751885377" sldId="1499"/>
            <ac:picMk id="18" creationId="{DF19BAF3-7E20-4B9D-B544-BABAEEA1FA75}"/>
          </ac:picMkLst>
        </pc:picChg>
        <pc:picChg chg="add">
          <ac:chgData name="Ree Brown" userId="6019b95bd8a428af" providerId="LiveId" clId="{D7E81A9A-C38B-4FB6-9F22-CDF0EA613CE7}" dt="2026-07-04T19:26:41.782" v="1513" actId="26606"/>
          <ac:picMkLst>
            <pc:docMk/>
            <pc:sldMk cId="1751885377" sldId="1499"/>
            <ac:picMk id="22" creationId="{950648F4-ABCD-4DF0-8641-76CFB2354721}"/>
          </ac:picMkLst>
        </pc:picChg>
        <pc:picChg chg="add del">
          <ac:chgData name="Ree Brown" userId="6019b95bd8a428af" providerId="LiveId" clId="{D7E81A9A-C38B-4FB6-9F22-CDF0EA613CE7}" dt="2026-07-04T19:16:22.611" v="1395" actId="26606"/>
          <ac:picMkLst>
            <pc:docMk/>
            <pc:sldMk cId="1751885377" sldId="1499"/>
            <ac:picMk id="23" creationId="{DF19BAF3-7E20-4B9D-B544-BABAEEA1FA75}"/>
          </ac:picMkLst>
        </pc:picChg>
        <pc:picChg chg="add del">
          <ac:chgData name="Ree Brown" userId="6019b95bd8a428af" providerId="LiveId" clId="{D7E81A9A-C38B-4FB6-9F22-CDF0EA613CE7}" dt="2026-07-04T19:16:22.611" v="1395" actId="26606"/>
          <ac:picMkLst>
            <pc:docMk/>
            <pc:sldMk cId="1751885377" sldId="1499"/>
            <ac:picMk id="24" creationId="{950648F4-ABCD-4DF0-8641-76CFB2354721}"/>
          </ac:picMkLst>
        </pc:picChg>
        <pc:picChg chg="add del">
          <ac:chgData name="Ree Brown" userId="6019b95bd8a428af" providerId="LiveId" clId="{D7E81A9A-C38B-4FB6-9F22-CDF0EA613CE7}" dt="2026-07-04T19:16:22.611" v="1395" actId="26606"/>
          <ac:picMkLst>
            <pc:docMk/>
            <pc:sldMk cId="1751885377" sldId="1499"/>
            <ac:picMk id="26" creationId="{CF1EB4BD-9C7E-4AA3-9681-C7EB0DA6250B}"/>
          </ac:picMkLst>
        </pc:picChg>
        <pc:picChg chg="add del">
          <ac:chgData name="Ree Brown" userId="6019b95bd8a428af" providerId="LiveId" clId="{D7E81A9A-C38B-4FB6-9F22-CDF0EA613CE7}" dt="2026-07-04T19:16:22.611" v="1395" actId="26606"/>
          <ac:picMkLst>
            <pc:docMk/>
            <pc:sldMk cId="1751885377" sldId="1499"/>
            <ac:picMk id="27" creationId="{94AAE3AA-3759-4D28-B0EF-575F25A5146C}"/>
          </ac:picMkLst>
        </pc:picChg>
        <pc:picChg chg="add del">
          <ac:chgData name="Ree Brown" userId="6019b95bd8a428af" providerId="LiveId" clId="{D7E81A9A-C38B-4FB6-9F22-CDF0EA613CE7}" dt="2026-07-04T19:16:27.681" v="1397" actId="26606"/>
          <ac:picMkLst>
            <pc:docMk/>
            <pc:sldMk cId="1751885377" sldId="1499"/>
            <ac:picMk id="31" creationId="{DF19BAF3-7E20-4B9D-B544-BABAEEA1FA75}"/>
          </ac:picMkLst>
        </pc:picChg>
        <pc:picChg chg="add del">
          <ac:chgData name="Ree Brown" userId="6019b95bd8a428af" providerId="LiveId" clId="{D7E81A9A-C38B-4FB6-9F22-CDF0EA613CE7}" dt="2026-07-04T19:16:27.681" v="1397" actId="26606"/>
          <ac:picMkLst>
            <pc:docMk/>
            <pc:sldMk cId="1751885377" sldId="1499"/>
            <ac:picMk id="32" creationId="{950648F4-ABCD-4DF0-8641-76CFB2354721}"/>
          </ac:picMkLst>
        </pc:picChg>
        <pc:picChg chg="add del">
          <ac:chgData name="Ree Brown" userId="6019b95bd8a428af" providerId="LiveId" clId="{D7E81A9A-C38B-4FB6-9F22-CDF0EA613CE7}" dt="2026-07-04T19:16:27.681" v="1397" actId="26606"/>
          <ac:picMkLst>
            <pc:docMk/>
            <pc:sldMk cId="1751885377" sldId="1499"/>
            <ac:picMk id="34" creationId="{CF1EB4BD-9C7E-4AA3-9681-C7EB0DA6250B}"/>
          </ac:picMkLst>
        </pc:picChg>
        <pc:picChg chg="add del">
          <ac:chgData name="Ree Brown" userId="6019b95bd8a428af" providerId="LiveId" clId="{D7E81A9A-C38B-4FB6-9F22-CDF0EA613CE7}" dt="2026-07-04T19:16:27.681" v="1397" actId="26606"/>
          <ac:picMkLst>
            <pc:docMk/>
            <pc:sldMk cId="1751885377" sldId="1499"/>
            <ac:picMk id="35" creationId="{94AAE3AA-3759-4D28-B0EF-575F25A5146C}"/>
          </ac:picMkLst>
        </pc:picChg>
        <pc:picChg chg="add del">
          <ac:chgData name="Ree Brown" userId="6019b95bd8a428af" providerId="LiveId" clId="{D7E81A9A-C38B-4FB6-9F22-CDF0EA613CE7}" dt="2026-07-04T19:16:39.982" v="1399" actId="26606"/>
          <ac:picMkLst>
            <pc:docMk/>
            <pc:sldMk cId="1751885377" sldId="1499"/>
            <ac:picMk id="38" creationId="{41B68C77-138E-4BF7-A276-BD0C78A4219F}"/>
          </ac:picMkLst>
        </pc:picChg>
        <pc:picChg chg="add del">
          <ac:chgData name="Ree Brown" userId="6019b95bd8a428af" providerId="LiveId" clId="{D7E81A9A-C38B-4FB6-9F22-CDF0EA613CE7}" dt="2026-07-04T19:16:39.982" v="1399" actId="26606"/>
          <ac:picMkLst>
            <pc:docMk/>
            <pc:sldMk cId="1751885377" sldId="1499"/>
            <ac:picMk id="39" creationId="{7C268552-D473-46ED-B1B8-422042C4DEF1}"/>
          </ac:picMkLst>
        </pc:picChg>
        <pc:picChg chg="add del">
          <ac:chgData name="Ree Brown" userId="6019b95bd8a428af" providerId="LiveId" clId="{D7E81A9A-C38B-4FB6-9F22-CDF0EA613CE7}" dt="2026-07-04T19:16:39.982" v="1399" actId="26606"/>
          <ac:picMkLst>
            <pc:docMk/>
            <pc:sldMk cId="1751885377" sldId="1499"/>
            <ac:picMk id="41" creationId="{B9238B3E-24AA-439A-B527-6C5DF6D72145}"/>
          </ac:picMkLst>
        </pc:picChg>
        <pc:picChg chg="add del">
          <ac:chgData name="Ree Brown" userId="6019b95bd8a428af" providerId="LiveId" clId="{D7E81A9A-C38B-4FB6-9F22-CDF0EA613CE7}" dt="2026-07-04T19:16:39.982" v="1399" actId="26606"/>
          <ac:picMkLst>
            <pc:docMk/>
            <pc:sldMk cId="1751885377" sldId="1499"/>
            <ac:picMk id="42" creationId="{69F01145-BEA3-4CBF-AA21-10077B948CA8}"/>
          </ac:picMkLst>
        </pc:picChg>
        <pc:picChg chg="add">
          <ac:chgData name="Ree Brown" userId="6019b95bd8a428af" providerId="LiveId" clId="{D7E81A9A-C38B-4FB6-9F22-CDF0EA613CE7}" dt="2026-07-04T19:26:41.782" v="1513" actId="26606"/>
          <ac:picMkLst>
            <pc:docMk/>
            <pc:sldMk cId="1751885377" sldId="1499"/>
            <ac:picMk id="44" creationId="{CF1EB4BD-9C7E-4AA3-9681-C7EB0DA6250B}"/>
          </ac:picMkLst>
        </pc:picChg>
        <pc:picChg chg="add del">
          <ac:chgData name="Ree Brown" userId="6019b95bd8a428af" providerId="LiveId" clId="{D7E81A9A-C38B-4FB6-9F22-CDF0EA613CE7}" dt="2026-07-04T19:16:45.207" v="1401" actId="26606"/>
          <ac:picMkLst>
            <pc:docMk/>
            <pc:sldMk cId="1751885377" sldId="1499"/>
            <ac:picMk id="46" creationId="{7C268552-D473-46ED-B1B8-422042C4DEF1}"/>
          </ac:picMkLst>
        </pc:picChg>
        <pc:picChg chg="add del">
          <ac:chgData name="Ree Brown" userId="6019b95bd8a428af" providerId="LiveId" clId="{D7E81A9A-C38B-4FB6-9F22-CDF0EA613CE7}" dt="2026-07-04T19:16:45.207" v="1401" actId="26606"/>
          <ac:picMkLst>
            <pc:docMk/>
            <pc:sldMk cId="1751885377" sldId="1499"/>
            <ac:picMk id="49" creationId="{69F01145-BEA3-4CBF-AA21-10077B948CA8}"/>
          </ac:picMkLst>
        </pc:picChg>
        <pc:picChg chg="add">
          <ac:chgData name="Ree Brown" userId="6019b95bd8a428af" providerId="LiveId" clId="{D7E81A9A-C38B-4FB6-9F22-CDF0EA613CE7}" dt="2026-07-04T19:26:41.782" v="1513" actId="26606"/>
          <ac:picMkLst>
            <pc:docMk/>
            <pc:sldMk cId="1751885377" sldId="1499"/>
            <ac:picMk id="55" creationId="{94AAE3AA-3759-4D28-B0EF-575F25A5146C}"/>
          </ac:picMkLst>
        </pc:picChg>
        <pc:picChg chg="add del">
          <ac:chgData name="Ree Brown" userId="6019b95bd8a428af" providerId="LiveId" clId="{D7E81A9A-C38B-4FB6-9F22-CDF0EA613CE7}" dt="2026-07-04T19:16:47.272" v="1403" actId="26606"/>
          <ac:picMkLst>
            <pc:docMk/>
            <pc:sldMk cId="1751885377" sldId="1499"/>
            <ac:picMk id="56" creationId="{DF19BAF3-7E20-4B9D-B544-BABAEEA1FA75}"/>
          </ac:picMkLst>
        </pc:picChg>
        <pc:picChg chg="add del">
          <ac:chgData name="Ree Brown" userId="6019b95bd8a428af" providerId="LiveId" clId="{D7E81A9A-C38B-4FB6-9F22-CDF0EA613CE7}" dt="2026-07-04T19:16:47.272" v="1403" actId="26606"/>
          <ac:picMkLst>
            <pc:docMk/>
            <pc:sldMk cId="1751885377" sldId="1499"/>
            <ac:picMk id="57" creationId="{950648F4-ABCD-4DF0-8641-76CFB2354721}"/>
          </ac:picMkLst>
        </pc:picChg>
        <pc:picChg chg="add del">
          <ac:chgData name="Ree Brown" userId="6019b95bd8a428af" providerId="LiveId" clId="{D7E81A9A-C38B-4FB6-9F22-CDF0EA613CE7}" dt="2026-07-04T19:16:47.272" v="1403" actId="26606"/>
          <ac:picMkLst>
            <pc:docMk/>
            <pc:sldMk cId="1751885377" sldId="1499"/>
            <ac:picMk id="59" creationId="{CF1EB4BD-9C7E-4AA3-9681-C7EB0DA6250B}"/>
          </ac:picMkLst>
        </pc:picChg>
        <pc:picChg chg="add del">
          <ac:chgData name="Ree Brown" userId="6019b95bd8a428af" providerId="LiveId" clId="{D7E81A9A-C38B-4FB6-9F22-CDF0EA613CE7}" dt="2026-07-04T19:16:47.272" v="1403" actId="26606"/>
          <ac:picMkLst>
            <pc:docMk/>
            <pc:sldMk cId="1751885377" sldId="1499"/>
            <ac:picMk id="60" creationId="{94AAE3AA-3759-4D28-B0EF-575F25A5146C}"/>
          </ac:picMkLst>
        </pc:picChg>
        <pc:picChg chg="add del">
          <ac:chgData name="Ree Brown" userId="6019b95bd8a428af" providerId="LiveId" clId="{D7E81A9A-C38B-4FB6-9F22-CDF0EA613CE7}" dt="2026-07-04T19:16:47.830" v="1405" actId="26606"/>
          <ac:picMkLst>
            <pc:docMk/>
            <pc:sldMk cId="1751885377" sldId="1499"/>
            <ac:picMk id="63" creationId="{41B68C77-138E-4BF7-A276-BD0C78A4219F}"/>
          </ac:picMkLst>
        </pc:picChg>
        <pc:picChg chg="add del">
          <ac:chgData name="Ree Brown" userId="6019b95bd8a428af" providerId="LiveId" clId="{D7E81A9A-C38B-4FB6-9F22-CDF0EA613CE7}" dt="2026-07-04T19:16:47.830" v="1405" actId="26606"/>
          <ac:picMkLst>
            <pc:docMk/>
            <pc:sldMk cId="1751885377" sldId="1499"/>
            <ac:picMk id="67" creationId="{69F01145-BEA3-4CBF-AA21-10077B948CA8}"/>
          </ac:picMkLst>
        </pc:picChg>
        <pc:picChg chg="add del">
          <ac:chgData name="Ree Brown" userId="6019b95bd8a428af" providerId="LiveId" clId="{D7E81A9A-C38B-4FB6-9F22-CDF0EA613CE7}" dt="2026-07-04T19:16:51.402" v="1407" actId="26606"/>
          <ac:picMkLst>
            <pc:docMk/>
            <pc:sldMk cId="1751885377" sldId="1499"/>
            <ac:picMk id="79" creationId="{DF19BAF3-7E20-4B9D-B544-BABAEEA1FA75}"/>
          </ac:picMkLst>
        </pc:picChg>
        <pc:picChg chg="add del">
          <ac:chgData name="Ree Brown" userId="6019b95bd8a428af" providerId="LiveId" clId="{D7E81A9A-C38B-4FB6-9F22-CDF0EA613CE7}" dt="2026-07-04T19:16:51.402" v="1407" actId="26606"/>
          <ac:picMkLst>
            <pc:docMk/>
            <pc:sldMk cId="1751885377" sldId="1499"/>
            <ac:picMk id="80" creationId="{950648F4-ABCD-4DF0-8641-76CFB2354721}"/>
          </ac:picMkLst>
        </pc:picChg>
        <pc:picChg chg="add del">
          <ac:chgData name="Ree Brown" userId="6019b95bd8a428af" providerId="LiveId" clId="{D7E81A9A-C38B-4FB6-9F22-CDF0EA613CE7}" dt="2026-07-04T19:16:51.402" v="1407" actId="26606"/>
          <ac:picMkLst>
            <pc:docMk/>
            <pc:sldMk cId="1751885377" sldId="1499"/>
            <ac:picMk id="82" creationId="{CF1EB4BD-9C7E-4AA3-9681-C7EB0DA6250B}"/>
          </ac:picMkLst>
        </pc:picChg>
        <pc:picChg chg="add del">
          <ac:chgData name="Ree Brown" userId="6019b95bd8a428af" providerId="LiveId" clId="{D7E81A9A-C38B-4FB6-9F22-CDF0EA613CE7}" dt="2026-07-04T19:16:51.402" v="1407" actId="26606"/>
          <ac:picMkLst>
            <pc:docMk/>
            <pc:sldMk cId="1751885377" sldId="1499"/>
            <ac:picMk id="83" creationId="{94AAE3AA-3759-4D28-B0EF-575F25A5146C}"/>
          </ac:picMkLst>
        </pc:picChg>
        <pc:picChg chg="add del">
          <ac:chgData name="Ree Brown" userId="6019b95bd8a428af" providerId="LiveId" clId="{D7E81A9A-C38B-4FB6-9F22-CDF0EA613CE7}" dt="2026-07-04T19:16:54.215" v="1410" actId="26606"/>
          <ac:picMkLst>
            <pc:docMk/>
            <pc:sldMk cId="1751885377" sldId="1499"/>
            <ac:picMk id="87" creationId="{DF19BAF3-7E20-4B9D-B544-BABAEEA1FA75}"/>
          </ac:picMkLst>
        </pc:picChg>
        <pc:picChg chg="add del">
          <ac:chgData name="Ree Brown" userId="6019b95bd8a428af" providerId="LiveId" clId="{D7E81A9A-C38B-4FB6-9F22-CDF0EA613CE7}" dt="2026-07-04T19:16:54.215" v="1410" actId="26606"/>
          <ac:picMkLst>
            <pc:docMk/>
            <pc:sldMk cId="1751885377" sldId="1499"/>
            <ac:picMk id="88" creationId="{950648F4-ABCD-4DF0-8641-76CFB2354721}"/>
          </ac:picMkLst>
        </pc:picChg>
        <pc:picChg chg="add del">
          <ac:chgData name="Ree Brown" userId="6019b95bd8a428af" providerId="LiveId" clId="{D7E81A9A-C38B-4FB6-9F22-CDF0EA613CE7}" dt="2026-07-04T19:16:54.215" v="1410" actId="26606"/>
          <ac:picMkLst>
            <pc:docMk/>
            <pc:sldMk cId="1751885377" sldId="1499"/>
            <ac:picMk id="90" creationId="{CF1EB4BD-9C7E-4AA3-9681-C7EB0DA6250B}"/>
          </ac:picMkLst>
        </pc:picChg>
        <pc:picChg chg="add del">
          <ac:chgData name="Ree Brown" userId="6019b95bd8a428af" providerId="LiveId" clId="{D7E81A9A-C38B-4FB6-9F22-CDF0EA613CE7}" dt="2026-07-04T19:16:54.215" v="1410" actId="26606"/>
          <ac:picMkLst>
            <pc:docMk/>
            <pc:sldMk cId="1751885377" sldId="1499"/>
            <ac:picMk id="91" creationId="{94AAE3AA-3759-4D28-B0EF-575F25A5146C}"/>
          </ac:picMkLst>
        </pc:picChg>
        <pc:picChg chg="add del">
          <ac:chgData name="Ree Brown" userId="6019b95bd8a428af" providerId="LiveId" clId="{D7E81A9A-C38B-4FB6-9F22-CDF0EA613CE7}" dt="2026-07-04T19:17:15.044" v="1412" actId="26606"/>
          <ac:picMkLst>
            <pc:docMk/>
            <pc:sldMk cId="1751885377" sldId="1499"/>
            <ac:picMk id="96" creationId="{7C268552-D473-46ED-B1B8-422042C4DEF1}"/>
          </ac:picMkLst>
        </pc:picChg>
        <pc:picChg chg="add del">
          <ac:chgData name="Ree Brown" userId="6019b95bd8a428af" providerId="LiveId" clId="{D7E81A9A-C38B-4FB6-9F22-CDF0EA613CE7}" dt="2026-07-04T19:17:15.044" v="1412" actId="26606"/>
          <ac:picMkLst>
            <pc:docMk/>
            <pc:sldMk cId="1751885377" sldId="1499"/>
            <ac:picMk id="99" creationId="{69F01145-BEA3-4CBF-AA21-10077B948CA8}"/>
          </ac:picMkLst>
        </pc:picChg>
        <pc:picChg chg="add del">
          <ac:chgData name="Ree Brown" userId="6019b95bd8a428af" providerId="LiveId" clId="{D7E81A9A-C38B-4FB6-9F22-CDF0EA613CE7}" dt="2026-07-04T19:17:17.393" v="1415" actId="26606"/>
          <ac:picMkLst>
            <pc:docMk/>
            <pc:sldMk cId="1751885377" sldId="1499"/>
            <ac:picMk id="111" creationId="{DF19BAF3-7E20-4B9D-B544-BABAEEA1FA75}"/>
          </ac:picMkLst>
        </pc:picChg>
        <pc:picChg chg="add del">
          <ac:chgData name="Ree Brown" userId="6019b95bd8a428af" providerId="LiveId" clId="{D7E81A9A-C38B-4FB6-9F22-CDF0EA613CE7}" dt="2026-07-04T19:17:17.393" v="1415" actId="26606"/>
          <ac:picMkLst>
            <pc:docMk/>
            <pc:sldMk cId="1751885377" sldId="1499"/>
            <ac:picMk id="112" creationId="{950648F4-ABCD-4DF0-8641-76CFB2354721}"/>
          </ac:picMkLst>
        </pc:picChg>
        <pc:picChg chg="add del">
          <ac:chgData name="Ree Brown" userId="6019b95bd8a428af" providerId="LiveId" clId="{D7E81A9A-C38B-4FB6-9F22-CDF0EA613CE7}" dt="2026-07-04T19:17:17.393" v="1415" actId="26606"/>
          <ac:picMkLst>
            <pc:docMk/>
            <pc:sldMk cId="1751885377" sldId="1499"/>
            <ac:picMk id="114" creationId="{CF1EB4BD-9C7E-4AA3-9681-C7EB0DA6250B}"/>
          </ac:picMkLst>
        </pc:picChg>
        <pc:picChg chg="add del">
          <ac:chgData name="Ree Brown" userId="6019b95bd8a428af" providerId="LiveId" clId="{D7E81A9A-C38B-4FB6-9F22-CDF0EA613CE7}" dt="2026-07-04T19:17:17.393" v="1415" actId="26606"/>
          <ac:picMkLst>
            <pc:docMk/>
            <pc:sldMk cId="1751885377" sldId="1499"/>
            <ac:picMk id="115" creationId="{94AAE3AA-3759-4D28-B0EF-575F25A5146C}"/>
          </ac:picMkLst>
        </pc:picChg>
        <pc:picChg chg="add del">
          <ac:chgData name="Ree Brown" userId="6019b95bd8a428af" providerId="LiveId" clId="{D7E81A9A-C38B-4FB6-9F22-CDF0EA613CE7}" dt="2026-07-04T19:18:23.631" v="1424" actId="26606"/>
          <ac:picMkLst>
            <pc:docMk/>
            <pc:sldMk cId="1751885377" sldId="1499"/>
            <ac:picMk id="119" creationId="{DF19BAF3-7E20-4B9D-B544-BABAEEA1FA75}"/>
          </ac:picMkLst>
        </pc:picChg>
        <pc:picChg chg="add">
          <ac:chgData name="Ree Brown" userId="6019b95bd8a428af" providerId="LiveId" clId="{D7E81A9A-C38B-4FB6-9F22-CDF0EA613CE7}" dt="2026-07-04T19:17:17.479" v="1416" actId="26606"/>
          <ac:picMkLst>
            <pc:docMk/>
            <pc:sldMk cId="1751885377" sldId="1499"/>
            <ac:picMk id="122" creationId="{CF1EB4BD-9C7E-4AA3-9681-C7EB0DA6250B}"/>
          </ac:picMkLst>
        </pc:picChg>
        <pc:picChg chg="add">
          <ac:chgData name="Ree Brown" userId="6019b95bd8a428af" providerId="LiveId" clId="{D7E81A9A-C38B-4FB6-9F22-CDF0EA613CE7}" dt="2026-07-04T19:17:17.479" v="1416" actId="26606"/>
          <ac:picMkLst>
            <pc:docMk/>
            <pc:sldMk cId="1751885377" sldId="1499"/>
            <ac:picMk id="123" creationId="{94AAE3AA-3759-4D28-B0EF-575F25A5146C}"/>
          </ac:picMkLst>
        </pc:picChg>
        <pc:picChg chg="del">
          <ac:chgData name="Ree Brown" userId="6019b95bd8a428af" providerId="LiveId" clId="{D7E81A9A-C38B-4FB6-9F22-CDF0EA613CE7}" dt="2026-07-04T19:18:21.106" v="1422" actId="26606"/>
          <ac:picMkLst>
            <pc:docMk/>
            <pc:sldMk cId="1751885377" sldId="1499"/>
            <ac:picMk id="132" creationId="{DF19BAF3-7E20-4B9D-B544-BABAEEA1FA75}"/>
          </ac:picMkLst>
        </pc:picChg>
        <pc:picChg chg="add del">
          <ac:chgData name="Ree Brown" userId="6019b95bd8a428af" providerId="LiveId" clId="{D7E81A9A-C38B-4FB6-9F22-CDF0EA613CE7}" dt="2026-07-04T19:18:30.048" v="1426" actId="26606"/>
          <ac:picMkLst>
            <pc:docMk/>
            <pc:sldMk cId="1751885377" sldId="1499"/>
            <ac:picMk id="154" creationId="{CF1EB4BD-9C7E-4AA3-9681-C7EB0DA6250B}"/>
          </ac:picMkLst>
        </pc:picChg>
        <pc:picChg chg="del">
          <ac:chgData name="Ree Brown" userId="6019b95bd8a428af" providerId="LiveId" clId="{D7E81A9A-C38B-4FB6-9F22-CDF0EA613CE7}" dt="2026-07-04T19:20:57.035" v="1430" actId="700"/>
          <ac:picMkLst>
            <pc:docMk/>
            <pc:sldMk cId="1751885377" sldId="1499"/>
            <ac:picMk id="158" creationId="{DF19BAF3-7E20-4B9D-B544-BABAEEA1FA75}"/>
          </ac:picMkLst>
        </pc:picChg>
        <pc:picChg chg="del">
          <ac:chgData name="Ree Brown" userId="6019b95bd8a428af" providerId="LiveId" clId="{D7E81A9A-C38B-4FB6-9F22-CDF0EA613CE7}" dt="2026-07-04T19:20:57.035" v="1430" actId="700"/>
          <ac:picMkLst>
            <pc:docMk/>
            <pc:sldMk cId="1751885377" sldId="1499"/>
            <ac:picMk id="159" creationId="{950648F4-ABCD-4DF0-8641-76CFB2354721}"/>
          </ac:picMkLst>
        </pc:picChg>
        <pc:picChg chg="del">
          <ac:chgData name="Ree Brown" userId="6019b95bd8a428af" providerId="LiveId" clId="{D7E81A9A-C38B-4FB6-9F22-CDF0EA613CE7}" dt="2026-07-04T19:20:57.035" v="1430" actId="700"/>
          <ac:picMkLst>
            <pc:docMk/>
            <pc:sldMk cId="1751885377" sldId="1499"/>
            <ac:picMk id="161" creationId="{CF1EB4BD-9C7E-4AA3-9681-C7EB0DA6250B}"/>
          </ac:picMkLst>
        </pc:picChg>
        <pc:picChg chg="del">
          <ac:chgData name="Ree Brown" userId="6019b95bd8a428af" providerId="LiveId" clId="{D7E81A9A-C38B-4FB6-9F22-CDF0EA613CE7}" dt="2026-07-04T19:20:57.035" v="1430" actId="700"/>
          <ac:picMkLst>
            <pc:docMk/>
            <pc:sldMk cId="1751885377" sldId="1499"/>
            <ac:picMk id="162" creationId="{94AAE3AA-3759-4D28-B0EF-575F25A5146C}"/>
          </ac:picMkLst>
        </pc:picChg>
      </pc:sldChg>
      <pc:sldChg chg="addSp delSp modSp del mod modClrScheme chgLayout">
        <pc:chgData name="Ree Brown" userId="6019b95bd8a428af" providerId="LiveId" clId="{D7E81A9A-C38B-4FB6-9F22-CDF0EA613CE7}" dt="2026-07-04T20:33:38.131" v="1536" actId="2696"/>
        <pc:sldMkLst>
          <pc:docMk/>
          <pc:sldMk cId="1858387724" sldId="1502"/>
        </pc:sldMkLst>
        <pc:spChg chg="mod ord">
          <ac:chgData name="Ree Brown" userId="6019b95bd8a428af" providerId="LiveId" clId="{D7E81A9A-C38B-4FB6-9F22-CDF0EA613CE7}" dt="2026-07-04T20:33:32.585" v="1535" actId="700"/>
          <ac:spMkLst>
            <pc:docMk/>
            <pc:sldMk cId="1858387724" sldId="1502"/>
            <ac:spMk id="2" creationId="{76A360D7-F74C-CD9E-C576-1CB8FFE8778E}"/>
          </ac:spMkLst>
        </pc:spChg>
        <pc:spChg chg="add del mod ord">
          <ac:chgData name="Ree Brown" userId="6019b95bd8a428af" providerId="LiveId" clId="{D7E81A9A-C38B-4FB6-9F22-CDF0EA613CE7}" dt="2026-07-04T20:33:32.585" v="1535" actId="700"/>
          <ac:spMkLst>
            <pc:docMk/>
            <pc:sldMk cId="1858387724" sldId="1502"/>
            <ac:spMk id="3" creationId="{26C73A4E-762B-6367-F338-31882F1A8073}"/>
          </ac:spMkLst>
        </pc:spChg>
        <pc:spChg chg="add del mod ord">
          <ac:chgData name="Ree Brown" userId="6019b95bd8a428af" providerId="LiveId" clId="{D7E81A9A-C38B-4FB6-9F22-CDF0EA613CE7}" dt="2026-07-04T20:33:32.585" v="1535" actId="700"/>
          <ac:spMkLst>
            <pc:docMk/>
            <pc:sldMk cId="1858387724" sldId="1502"/>
            <ac:spMk id="4" creationId="{FB6B0FD8-F4A9-7A8F-C398-305806950BD1}"/>
          </ac:spMkLst>
        </pc:spChg>
        <pc:spChg chg="add mod ord">
          <ac:chgData name="Ree Brown" userId="6019b95bd8a428af" providerId="LiveId" clId="{D7E81A9A-C38B-4FB6-9F22-CDF0EA613CE7}" dt="2026-07-04T20:33:32.585" v="1535" actId="700"/>
          <ac:spMkLst>
            <pc:docMk/>
            <pc:sldMk cId="1858387724" sldId="1502"/>
            <ac:spMk id="5" creationId="{F5B907FD-0E01-EEEF-5892-C6E8C7E9E676}"/>
          </ac:spMkLst>
        </pc:spChg>
        <pc:spChg chg="add mod ord">
          <ac:chgData name="Ree Brown" userId="6019b95bd8a428af" providerId="LiveId" clId="{D7E81A9A-C38B-4FB6-9F22-CDF0EA613CE7}" dt="2026-07-04T20:33:32.585" v="1535" actId="700"/>
          <ac:spMkLst>
            <pc:docMk/>
            <pc:sldMk cId="1858387724" sldId="1502"/>
            <ac:spMk id="6" creationId="{CA2077FC-57F4-E7F8-9F6C-243B1E7D3CCE}"/>
          </ac:spMkLst>
        </pc:spChg>
      </pc:sldChg>
      <pc:sldChg chg="addSp delSp modSp mod ord setBg delDesignElem">
        <pc:chgData name="Ree Brown" userId="6019b95bd8a428af" providerId="LiveId" clId="{D7E81A9A-C38B-4FB6-9F22-CDF0EA613CE7}" dt="2026-07-05T15:06:52.869" v="5279" actId="20577"/>
        <pc:sldMkLst>
          <pc:docMk/>
          <pc:sldMk cId="1834936329" sldId="1503"/>
        </pc:sldMkLst>
        <pc:spChg chg="mod">
          <ac:chgData name="Ree Brown" userId="6019b95bd8a428af" providerId="LiveId" clId="{D7E81A9A-C38B-4FB6-9F22-CDF0EA613CE7}" dt="2026-07-04T19:12:55.092" v="1382" actId="26606"/>
          <ac:spMkLst>
            <pc:docMk/>
            <pc:sldMk cId="1834936329" sldId="1503"/>
            <ac:spMk id="2" creationId="{414BB16D-2F4A-F938-64C3-F8B6808F5004}"/>
          </ac:spMkLst>
        </pc:spChg>
        <pc:spChg chg="add del mod">
          <ac:chgData name="Ree Brown" userId="6019b95bd8a428af" providerId="LiveId" clId="{D7E81A9A-C38B-4FB6-9F22-CDF0EA613CE7}" dt="2026-07-04T19:12:42.992" v="1379" actId="931"/>
          <ac:spMkLst>
            <pc:docMk/>
            <pc:sldMk cId="1834936329" sldId="1503"/>
            <ac:spMk id="4" creationId="{85E83A85-AF20-E5AD-EDFC-A6092A879DC1}"/>
          </ac:spMkLst>
        </pc:spChg>
        <pc:spChg chg="mod ord">
          <ac:chgData name="Ree Brown" userId="6019b95bd8a428af" providerId="LiveId" clId="{D7E81A9A-C38B-4FB6-9F22-CDF0EA613CE7}" dt="2026-07-05T15:06:52.869" v="5279" actId="20577"/>
          <ac:spMkLst>
            <pc:docMk/>
            <pc:sldMk cId="1834936329" sldId="1503"/>
            <ac:spMk id="5" creationId="{6BCE1C32-E3BE-E820-0C0D-D82105EBFBD0}"/>
          </ac:spMkLst>
        </pc:spChg>
        <pc:spChg chg="add del">
          <ac:chgData name="Ree Brown" userId="6019b95bd8a428af" providerId="LiveId" clId="{D7E81A9A-C38B-4FB6-9F22-CDF0EA613CE7}" dt="2026-07-04T19:12:55.010" v="1381" actId="26606"/>
          <ac:spMkLst>
            <pc:docMk/>
            <pc:sldMk cId="1834936329" sldId="1503"/>
            <ac:spMk id="16" creationId="{989BE678-777B-482A-A616-FEDC47B162E5}"/>
          </ac:spMkLst>
        </pc:spChg>
        <pc:spChg chg="add del">
          <ac:chgData name="Ree Brown" userId="6019b95bd8a428af" providerId="LiveId" clId="{D7E81A9A-C38B-4FB6-9F22-CDF0EA613CE7}" dt="2026-07-04T19:12:55.010" v="1381" actId="26606"/>
          <ac:spMkLst>
            <pc:docMk/>
            <pc:sldMk cId="1834936329" sldId="1503"/>
            <ac:spMk id="22" creationId="{D28BE0C3-2102-4820-B88B-A448B1840D14}"/>
          </ac:spMkLst>
        </pc:spChg>
        <pc:spChg chg="add del">
          <ac:chgData name="Ree Brown" userId="6019b95bd8a428af" providerId="LiveId" clId="{D7E81A9A-C38B-4FB6-9F22-CDF0EA613CE7}" dt="2026-07-04T19:12:55.010" v="1381" actId="26606"/>
          <ac:spMkLst>
            <pc:docMk/>
            <pc:sldMk cId="1834936329" sldId="1503"/>
            <ac:spMk id="24" creationId="{C8A3C342-1D03-412F-8DD3-BF519E8E0AE9}"/>
          </ac:spMkLst>
        </pc:spChg>
        <pc:spChg chg="add del">
          <ac:chgData name="Ree Brown" userId="6019b95bd8a428af" providerId="LiveId" clId="{D7E81A9A-C38B-4FB6-9F22-CDF0EA613CE7}" dt="2026-07-04T19:12:55.010" v="1381" actId="26606"/>
          <ac:spMkLst>
            <pc:docMk/>
            <pc:sldMk cId="1834936329" sldId="1503"/>
            <ac:spMk id="26" creationId="{81CC9B02-E087-4350-AEBD-2C3CF001AF01}"/>
          </ac:spMkLst>
        </pc:spChg>
        <pc:spChg chg="add del">
          <ac:chgData name="Ree Brown" userId="6019b95bd8a428af" providerId="LiveId" clId="{D7E81A9A-C38B-4FB6-9F22-CDF0EA613CE7}" dt="2026-07-04T19:25:27.855" v="1506"/>
          <ac:spMkLst>
            <pc:docMk/>
            <pc:sldMk cId="1834936329" sldId="1503"/>
            <ac:spMk id="28" creationId="{D6F18ACE-6E82-4ADC-8A2F-A1771B309B16}"/>
          </ac:spMkLst>
        </pc:spChg>
        <pc:spChg chg="add del">
          <ac:chgData name="Ree Brown" userId="6019b95bd8a428af" providerId="LiveId" clId="{D7E81A9A-C38B-4FB6-9F22-CDF0EA613CE7}" dt="2026-07-04T19:25:27.855" v="1506"/>
          <ac:spMkLst>
            <pc:docMk/>
            <pc:sldMk cId="1834936329" sldId="1503"/>
            <ac:spMk id="31" creationId="{989BE678-777B-482A-A616-FEDC47B162E5}"/>
          </ac:spMkLst>
        </pc:spChg>
        <pc:spChg chg="add del">
          <ac:chgData name="Ree Brown" userId="6019b95bd8a428af" providerId="LiveId" clId="{D7E81A9A-C38B-4FB6-9F22-CDF0EA613CE7}" dt="2026-07-04T19:25:27.855" v="1506"/>
          <ac:spMkLst>
            <pc:docMk/>
            <pc:sldMk cId="1834936329" sldId="1503"/>
            <ac:spMk id="34" creationId="{D28BE0C3-2102-4820-B88B-A448B1840D14}"/>
          </ac:spMkLst>
        </pc:spChg>
        <pc:spChg chg="add del">
          <ac:chgData name="Ree Brown" userId="6019b95bd8a428af" providerId="LiveId" clId="{D7E81A9A-C38B-4FB6-9F22-CDF0EA613CE7}" dt="2026-07-04T19:25:27.855" v="1506"/>
          <ac:spMkLst>
            <pc:docMk/>
            <pc:sldMk cId="1834936329" sldId="1503"/>
            <ac:spMk id="35" creationId="{C8A3C342-1D03-412F-8DD3-BF519E8E0AE9}"/>
          </ac:spMkLst>
        </pc:spChg>
        <pc:spChg chg="add del">
          <ac:chgData name="Ree Brown" userId="6019b95bd8a428af" providerId="LiveId" clId="{D7E81A9A-C38B-4FB6-9F22-CDF0EA613CE7}" dt="2026-07-04T19:25:27.855" v="1506"/>
          <ac:spMkLst>
            <pc:docMk/>
            <pc:sldMk cId="1834936329" sldId="1503"/>
            <ac:spMk id="36" creationId="{81CC9B02-E087-4350-AEBD-2C3CF001AF01}"/>
          </ac:spMkLst>
        </pc:spChg>
        <pc:picChg chg="add mod ord">
          <ac:chgData name="Ree Brown" userId="6019b95bd8a428af" providerId="LiveId" clId="{D7E81A9A-C38B-4FB6-9F22-CDF0EA613CE7}" dt="2026-07-04T19:12:55.092" v="1382" actId="26606"/>
          <ac:picMkLst>
            <pc:docMk/>
            <pc:sldMk cId="1834936329" sldId="1503"/>
            <ac:picMk id="7" creationId="{B9FF1FF1-0F77-E8A7-E4D2-8A85F6A88A11}"/>
          </ac:picMkLst>
        </pc:picChg>
        <pc:picChg chg="del">
          <ac:chgData name="Ree Brown" userId="6019b95bd8a428af" providerId="LiveId" clId="{D7E81A9A-C38B-4FB6-9F22-CDF0EA613CE7}" dt="2026-07-04T19:12:32.933" v="1378" actId="478"/>
          <ac:picMkLst>
            <pc:docMk/>
            <pc:sldMk cId="1834936329" sldId="1503"/>
            <ac:picMk id="9" creationId="{A0BE5B22-09A0-4CE1-DA06-CCCF03B7AA4F}"/>
          </ac:picMkLst>
        </pc:picChg>
        <pc:picChg chg="add del">
          <ac:chgData name="Ree Brown" userId="6019b95bd8a428af" providerId="LiveId" clId="{D7E81A9A-C38B-4FB6-9F22-CDF0EA613CE7}" dt="2026-07-04T19:12:55.010" v="1381" actId="26606"/>
          <ac:picMkLst>
            <pc:docMk/>
            <pc:sldMk cId="1834936329" sldId="1503"/>
            <ac:picMk id="12" creationId="{DF19BAF3-7E20-4B9D-B544-BABAEEA1FA75}"/>
          </ac:picMkLst>
        </pc:picChg>
        <pc:picChg chg="add del">
          <ac:chgData name="Ree Brown" userId="6019b95bd8a428af" providerId="LiveId" clId="{D7E81A9A-C38B-4FB6-9F22-CDF0EA613CE7}" dt="2026-07-04T19:12:55.010" v="1381" actId="26606"/>
          <ac:picMkLst>
            <pc:docMk/>
            <pc:sldMk cId="1834936329" sldId="1503"/>
            <ac:picMk id="14" creationId="{950648F4-ABCD-4DF0-8641-76CFB2354721}"/>
          </ac:picMkLst>
        </pc:picChg>
        <pc:picChg chg="add del">
          <ac:chgData name="Ree Brown" userId="6019b95bd8a428af" providerId="LiveId" clId="{D7E81A9A-C38B-4FB6-9F22-CDF0EA613CE7}" dt="2026-07-04T19:12:55.010" v="1381" actId="26606"/>
          <ac:picMkLst>
            <pc:docMk/>
            <pc:sldMk cId="1834936329" sldId="1503"/>
            <ac:picMk id="20" creationId="{94AAE3AA-3759-4D28-B0EF-575F25A5146C}"/>
          </ac:picMkLst>
        </pc:picChg>
        <pc:picChg chg="add del">
          <ac:chgData name="Ree Brown" userId="6019b95bd8a428af" providerId="LiveId" clId="{D7E81A9A-C38B-4FB6-9F22-CDF0EA613CE7}" dt="2026-07-04T19:25:27.855" v="1506"/>
          <ac:picMkLst>
            <pc:docMk/>
            <pc:sldMk cId="1834936329" sldId="1503"/>
            <ac:picMk id="29" creationId="{DF19BAF3-7E20-4B9D-B544-BABAEEA1FA75}"/>
          </ac:picMkLst>
        </pc:picChg>
        <pc:picChg chg="add del">
          <ac:chgData name="Ree Brown" userId="6019b95bd8a428af" providerId="LiveId" clId="{D7E81A9A-C38B-4FB6-9F22-CDF0EA613CE7}" dt="2026-07-04T19:25:27.855" v="1506"/>
          <ac:picMkLst>
            <pc:docMk/>
            <pc:sldMk cId="1834936329" sldId="1503"/>
            <ac:picMk id="30" creationId="{950648F4-ABCD-4DF0-8641-76CFB2354721}"/>
          </ac:picMkLst>
        </pc:picChg>
        <pc:picChg chg="add del">
          <ac:chgData name="Ree Brown" userId="6019b95bd8a428af" providerId="LiveId" clId="{D7E81A9A-C38B-4FB6-9F22-CDF0EA613CE7}" dt="2026-07-04T19:25:27.855" v="1506"/>
          <ac:picMkLst>
            <pc:docMk/>
            <pc:sldMk cId="1834936329" sldId="1503"/>
            <ac:picMk id="32" creationId="{CF1EB4BD-9C7E-4AA3-9681-C7EB0DA6250B}"/>
          </ac:picMkLst>
        </pc:picChg>
        <pc:picChg chg="add del">
          <ac:chgData name="Ree Brown" userId="6019b95bd8a428af" providerId="LiveId" clId="{D7E81A9A-C38B-4FB6-9F22-CDF0EA613CE7}" dt="2026-07-04T19:25:27.855" v="1506"/>
          <ac:picMkLst>
            <pc:docMk/>
            <pc:sldMk cId="1834936329" sldId="1503"/>
            <ac:picMk id="33" creationId="{94AAE3AA-3759-4D28-B0EF-575F25A5146C}"/>
          </ac:picMkLst>
        </pc:picChg>
      </pc:sldChg>
      <pc:sldChg chg="addSp delSp modSp mod ord modClrScheme chgLayout">
        <pc:chgData name="Ree Brown" userId="6019b95bd8a428af" providerId="LiveId" clId="{D7E81A9A-C38B-4FB6-9F22-CDF0EA613CE7}" dt="2026-07-05T16:28:50.596" v="8605" actId="20577"/>
        <pc:sldMkLst>
          <pc:docMk/>
          <pc:sldMk cId="1135043495" sldId="1506"/>
        </pc:sldMkLst>
        <pc:spChg chg="mod ord">
          <ac:chgData name="Ree Brown" userId="6019b95bd8a428af" providerId="LiveId" clId="{D7E81A9A-C38B-4FB6-9F22-CDF0EA613CE7}" dt="2026-07-05T16:28:50.596" v="8605" actId="20577"/>
          <ac:spMkLst>
            <pc:docMk/>
            <pc:sldMk cId="1135043495" sldId="1506"/>
            <ac:spMk id="2" creationId="{1FE72092-1D93-1C42-71C9-4C3CD1035FA3}"/>
          </ac:spMkLst>
        </pc:spChg>
        <pc:spChg chg="add mod ord">
          <ac:chgData name="Ree Brown" userId="6019b95bd8a428af" providerId="LiveId" clId="{D7E81A9A-C38B-4FB6-9F22-CDF0EA613CE7}" dt="2026-07-05T16:27:15.595" v="8557" actId="255"/>
          <ac:spMkLst>
            <pc:docMk/>
            <pc:sldMk cId="1135043495" sldId="1506"/>
            <ac:spMk id="4" creationId="{B0DD0FB0-4368-F205-5A2A-F0941B1391DA}"/>
          </ac:spMkLst>
        </pc:spChg>
        <pc:spChg chg="add del mod">
          <ac:chgData name="Ree Brown" userId="6019b95bd8a428af" providerId="LiveId" clId="{D7E81A9A-C38B-4FB6-9F22-CDF0EA613CE7}" dt="2026-07-04T21:11:11.388" v="2322"/>
          <ac:spMkLst>
            <pc:docMk/>
            <pc:sldMk cId="1135043495" sldId="1506"/>
            <ac:spMk id="6" creationId="{F48E0E93-4ED6-10ED-C491-E6BA0DEC0665}"/>
          </ac:spMkLst>
        </pc:spChg>
        <pc:spChg chg="add del mod ord">
          <ac:chgData name="Ree Brown" userId="6019b95bd8a428af" providerId="LiveId" clId="{D7E81A9A-C38B-4FB6-9F22-CDF0EA613CE7}" dt="2026-07-04T21:41:52.218" v="3516" actId="478"/>
          <ac:spMkLst>
            <pc:docMk/>
            <pc:sldMk cId="1135043495" sldId="1506"/>
            <ac:spMk id="8" creationId="{64F0BA07-5F20-820D-E022-E102CEBE1D0E}"/>
          </ac:spMkLst>
        </pc:spChg>
        <pc:graphicFrameChg chg="del">
          <ac:chgData name="Ree Brown" userId="6019b95bd8a428af" providerId="LiveId" clId="{D7E81A9A-C38B-4FB6-9F22-CDF0EA613CE7}" dt="2026-07-04T20:36:42.206" v="1624" actId="478"/>
          <ac:graphicFrameMkLst>
            <pc:docMk/>
            <pc:sldMk cId="1135043495" sldId="1506"/>
            <ac:graphicFrameMk id="7" creationId="{69780BEB-FFD1-3971-F361-1B40A8D66893}"/>
          </ac:graphicFrameMkLst>
        </pc:graphicFrameChg>
      </pc:sldChg>
      <pc:sldChg chg="modSp del">
        <pc:chgData name="Ree Brown" userId="6019b95bd8a428af" providerId="LiveId" clId="{D7E81A9A-C38B-4FB6-9F22-CDF0EA613CE7}" dt="2026-07-04T20:47:21.296" v="1819" actId="47"/>
        <pc:sldMkLst>
          <pc:docMk/>
          <pc:sldMk cId="3761678752" sldId="1508"/>
        </pc:sldMkLst>
        <pc:spChg chg="mod">
          <ac:chgData name="Ree Brown" userId="6019b95bd8a428af" providerId="LiveId" clId="{D7E81A9A-C38B-4FB6-9F22-CDF0EA613CE7}" dt="2026-07-04T19:25:27.855" v="1506"/>
          <ac:spMkLst>
            <pc:docMk/>
            <pc:sldMk cId="3761678752" sldId="1508"/>
            <ac:spMk id="2" creationId="{06B47223-A893-96A6-F0E7-83F317B9BE5B}"/>
          </ac:spMkLst>
        </pc:spChg>
      </pc:sldChg>
      <pc:sldChg chg="addSp modSp del mod modClrScheme chgLayout">
        <pc:chgData name="Ree Brown" userId="6019b95bd8a428af" providerId="LiveId" clId="{D7E81A9A-C38B-4FB6-9F22-CDF0EA613CE7}" dt="2026-07-04T21:34:19.265" v="3413" actId="2696"/>
        <pc:sldMkLst>
          <pc:docMk/>
          <pc:sldMk cId="611099963" sldId="1509"/>
        </pc:sldMkLst>
        <pc:spChg chg="mod ord">
          <ac:chgData name="Ree Brown" userId="6019b95bd8a428af" providerId="LiveId" clId="{D7E81A9A-C38B-4FB6-9F22-CDF0EA613CE7}" dt="2026-07-04T21:02:47.677" v="2092" actId="700"/>
          <ac:spMkLst>
            <pc:docMk/>
            <pc:sldMk cId="611099963" sldId="1509"/>
            <ac:spMk id="2" creationId="{6159B732-B1AC-BE34-4B6A-E40D4AAEC4AE}"/>
          </ac:spMkLst>
        </pc:spChg>
        <pc:spChg chg="mod ord">
          <ac:chgData name="Ree Brown" userId="6019b95bd8a428af" providerId="LiveId" clId="{D7E81A9A-C38B-4FB6-9F22-CDF0EA613CE7}" dt="2026-07-04T21:02:47.727" v="2093" actId="27636"/>
          <ac:spMkLst>
            <pc:docMk/>
            <pc:sldMk cId="611099963" sldId="1509"/>
            <ac:spMk id="3" creationId="{3F013921-0C7A-69E8-FDAD-099AB8A05415}"/>
          </ac:spMkLst>
        </pc:spChg>
        <pc:spChg chg="add mod ord">
          <ac:chgData name="Ree Brown" userId="6019b95bd8a428af" providerId="LiveId" clId="{D7E81A9A-C38B-4FB6-9F22-CDF0EA613CE7}" dt="2026-07-04T21:02:47.677" v="2092" actId="700"/>
          <ac:spMkLst>
            <pc:docMk/>
            <pc:sldMk cId="611099963" sldId="1509"/>
            <ac:spMk id="4" creationId="{E3852537-8CA6-7AFA-A399-63517ABFB9A1}"/>
          </ac:spMkLst>
        </pc:spChg>
        <pc:spChg chg="add mod ord">
          <ac:chgData name="Ree Brown" userId="6019b95bd8a428af" providerId="LiveId" clId="{D7E81A9A-C38B-4FB6-9F22-CDF0EA613CE7}" dt="2026-07-04T21:02:47.677" v="2092" actId="700"/>
          <ac:spMkLst>
            <pc:docMk/>
            <pc:sldMk cId="611099963" sldId="1509"/>
            <ac:spMk id="5" creationId="{7AD07424-BFCF-E2CE-2C9E-8B463626530E}"/>
          </ac:spMkLst>
        </pc:spChg>
        <pc:spChg chg="add mod ord">
          <ac:chgData name="Ree Brown" userId="6019b95bd8a428af" providerId="LiveId" clId="{D7E81A9A-C38B-4FB6-9F22-CDF0EA613CE7}" dt="2026-07-04T21:02:47.677" v="2092" actId="700"/>
          <ac:spMkLst>
            <pc:docMk/>
            <pc:sldMk cId="611099963" sldId="1509"/>
            <ac:spMk id="6" creationId="{746BE372-0678-16B0-156F-2A19CCA70378}"/>
          </ac:spMkLst>
        </pc:spChg>
        <pc:spChg chg="add mod ord">
          <ac:chgData name="Ree Brown" userId="6019b95bd8a428af" providerId="LiveId" clId="{D7E81A9A-C38B-4FB6-9F22-CDF0EA613CE7}" dt="2026-07-04T21:02:47.677" v="2092" actId="700"/>
          <ac:spMkLst>
            <pc:docMk/>
            <pc:sldMk cId="611099963" sldId="1509"/>
            <ac:spMk id="7" creationId="{AC53EA4B-0760-0B90-02A4-63F78E363D7F}"/>
          </ac:spMkLst>
        </pc:spChg>
        <pc:spChg chg="add mod ord">
          <ac:chgData name="Ree Brown" userId="6019b95bd8a428af" providerId="LiveId" clId="{D7E81A9A-C38B-4FB6-9F22-CDF0EA613CE7}" dt="2026-07-04T21:02:47.677" v="2092" actId="700"/>
          <ac:spMkLst>
            <pc:docMk/>
            <pc:sldMk cId="611099963" sldId="1509"/>
            <ac:spMk id="8" creationId="{624697DF-1085-8529-EEF8-0D1998B1ABB2}"/>
          </ac:spMkLst>
        </pc:spChg>
        <pc:spChg chg="add mod ord">
          <ac:chgData name="Ree Brown" userId="6019b95bd8a428af" providerId="LiveId" clId="{D7E81A9A-C38B-4FB6-9F22-CDF0EA613CE7}" dt="2026-07-04T21:02:47.677" v="2092" actId="700"/>
          <ac:spMkLst>
            <pc:docMk/>
            <pc:sldMk cId="611099963" sldId="1509"/>
            <ac:spMk id="9" creationId="{E91E3302-BD3A-242B-98E2-2D7DBC405A3D}"/>
          </ac:spMkLst>
        </pc:spChg>
        <pc:spChg chg="add mod ord">
          <ac:chgData name="Ree Brown" userId="6019b95bd8a428af" providerId="LiveId" clId="{D7E81A9A-C38B-4FB6-9F22-CDF0EA613CE7}" dt="2026-07-04T21:02:47.677" v="2092" actId="700"/>
          <ac:spMkLst>
            <pc:docMk/>
            <pc:sldMk cId="611099963" sldId="1509"/>
            <ac:spMk id="10" creationId="{C911E012-8C73-B40D-0566-7B4843AE9283}"/>
          </ac:spMkLst>
        </pc:spChg>
        <pc:spChg chg="add mod ord">
          <ac:chgData name="Ree Brown" userId="6019b95bd8a428af" providerId="LiveId" clId="{D7E81A9A-C38B-4FB6-9F22-CDF0EA613CE7}" dt="2026-07-04T21:02:47.677" v="2092" actId="700"/>
          <ac:spMkLst>
            <pc:docMk/>
            <pc:sldMk cId="611099963" sldId="1509"/>
            <ac:spMk id="11" creationId="{B9A8418F-E3E9-BB8B-9911-B6CDD41A7944}"/>
          </ac:spMkLst>
        </pc:spChg>
      </pc:sldChg>
      <pc:sldChg chg="addSp modSp mod chgLayout">
        <pc:chgData name="Ree Brown" userId="6019b95bd8a428af" providerId="LiveId" clId="{D7E81A9A-C38B-4FB6-9F22-CDF0EA613CE7}" dt="2026-07-05T17:43:16.009" v="9423" actId="20577"/>
        <pc:sldMkLst>
          <pc:docMk/>
          <pc:sldMk cId="2236553916" sldId="1511"/>
        </pc:sldMkLst>
        <pc:spChg chg="mod ord">
          <ac:chgData name="Ree Brown" userId="6019b95bd8a428af" providerId="LiveId" clId="{D7E81A9A-C38B-4FB6-9F22-CDF0EA613CE7}" dt="2026-07-05T15:04:30.011" v="5244" actId="2711"/>
          <ac:spMkLst>
            <pc:docMk/>
            <pc:sldMk cId="2236553916" sldId="1511"/>
            <ac:spMk id="2" creationId="{75676E2C-040E-4D92-F9F7-F61C47F4F152}"/>
          </ac:spMkLst>
        </pc:spChg>
        <pc:spChg chg="mod ord">
          <ac:chgData name="Ree Brown" userId="6019b95bd8a428af" providerId="LiveId" clId="{D7E81A9A-C38B-4FB6-9F22-CDF0EA613CE7}" dt="2026-07-05T15:18:57.109" v="5448" actId="5793"/>
          <ac:spMkLst>
            <pc:docMk/>
            <pc:sldMk cId="2236553916" sldId="1511"/>
            <ac:spMk id="3" creationId="{3C6EE18F-CF72-C06C-3020-B9FA4DEAB729}"/>
          </ac:spMkLst>
        </pc:spChg>
        <pc:spChg chg="add mod">
          <ac:chgData name="Ree Brown" userId="6019b95bd8a428af" providerId="LiveId" clId="{D7E81A9A-C38B-4FB6-9F22-CDF0EA613CE7}" dt="2026-07-05T17:43:16.009" v="9423" actId="20577"/>
          <ac:spMkLst>
            <pc:docMk/>
            <pc:sldMk cId="2236553916" sldId="1511"/>
            <ac:spMk id="4" creationId="{1A358885-20AA-099C-7690-108CD2990F28}"/>
          </ac:spMkLst>
        </pc:spChg>
      </pc:sldChg>
      <pc:sldChg chg="addSp delSp modSp del mod">
        <pc:chgData name="Ree Brown" userId="6019b95bd8a428af" providerId="LiveId" clId="{D7E81A9A-C38B-4FB6-9F22-CDF0EA613CE7}" dt="2026-07-05T14:38:58.048" v="3893" actId="2696"/>
        <pc:sldMkLst>
          <pc:docMk/>
          <pc:sldMk cId="3272732094" sldId="1512"/>
        </pc:sldMkLst>
        <pc:spChg chg="mod">
          <ac:chgData name="Ree Brown" userId="6019b95bd8a428af" providerId="LiveId" clId="{D7E81A9A-C38B-4FB6-9F22-CDF0EA613CE7}" dt="2026-07-04T20:58:11.936" v="2031" actId="1076"/>
          <ac:spMkLst>
            <pc:docMk/>
            <pc:sldMk cId="3272732094" sldId="1512"/>
            <ac:spMk id="2" creationId="{29BA87EA-8BB3-79C6-656A-1A8ABD658D7E}"/>
          </ac:spMkLst>
        </pc:spChg>
        <pc:spChg chg="mod">
          <ac:chgData name="Ree Brown" userId="6019b95bd8a428af" providerId="LiveId" clId="{D7E81A9A-C38B-4FB6-9F22-CDF0EA613CE7}" dt="2026-07-04T19:25:27.855" v="1506"/>
          <ac:spMkLst>
            <pc:docMk/>
            <pc:sldMk cId="3272732094" sldId="1512"/>
            <ac:spMk id="3" creationId="{E61DF94A-DA27-1E29-408E-F5360E814FB0}"/>
          </ac:spMkLst>
        </pc:spChg>
        <pc:spChg chg="add mod">
          <ac:chgData name="Ree Brown" userId="6019b95bd8a428af" providerId="LiveId" clId="{D7E81A9A-C38B-4FB6-9F22-CDF0EA613CE7}" dt="2026-07-04T20:58:08.423" v="2030" actId="478"/>
          <ac:spMkLst>
            <pc:docMk/>
            <pc:sldMk cId="3272732094" sldId="1512"/>
            <ac:spMk id="5" creationId="{86C6F5BF-FB51-37C0-BE0F-849097FD153D}"/>
          </ac:spMkLst>
        </pc:spChg>
        <pc:picChg chg="del mod">
          <ac:chgData name="Ree Brown" userId="6019b95bd8a428af" providerId="LiveId" clId="{D7E81A9A-C38B-4FB6-9F22-CDF0EA613CE7}" dt="2026-07-04T20:58:08.423" v="2030" actId="478"/>
          <ac:picMkLst>
            <pc:docMk/>
            <pc:sldMk cId="3272732094" sldId="1512"/>
            <ac:picMk id="9" creationId="{08B0FE67-3571-D73C-B5B6-9E19F8A9E3FA}"/>
          </ac:picMkLst>
        </pc:picChg>
      </pc:sldChg>
      <pc:sldChg chg="addSp delSp modSp add del mod ord">
        <pc:chgData name="Ree Brown" userId="6019b95bd8a428af" providerId="LiveId" clId="{D7E81A9A-C38B-4FB6-9F22-CDF0EA613CE7}" dt="2026-07-05T16:27:07.310" v="8556" actId="255"/>
        <pc:sldMkLst>
          <pc:docMk/>
          <pc:sldMk cId="1403495588" sldId="1513"/>
        </pc:sldMkLst>
        <pc:spChg chg="mod">
          <ac:chgData name="Ree Brown" userId="6019b95bd8a428af" providerId="LiveId" clId="{D7E81A9A-C38B-4FB6-9F22-CDF0EA613CE7}" dt="2026-07-04T19:25:27.855" v="1506"/>
          <ac:spMkLst>
            <pc:docMk/>
            <pc:sldMk cId="1403495588" sldId="1513"/>
            <ac:spMk id="2" creationId="{2D2AC717-1808-0047-7893-C9C49420B29A}"/>
          </ac:spMkLst>
        </pc:spChg>
        <pc:spChg chg="add del mod">
          <ac:chgData name="Ree Brown" userId="6019b95bd8a428af" providerId="LiveId" clId="{D7E81A9A-C38B-4FB6-9F22-CDF0EA613CE7}" dt="2026-07-05T16:27:01.804" v="8555" actId="255"/>
          <ac:spMkLst>
            <pc:docMk/>
            <pc:sldMk cId="1403495588" sldId="1513"/>
            <ac:spMk id="3" creationId="{5635F8E3-44DB-515A-43BB-AE6A3B9426D6}"/>
          </ac:spMkLst>
        </pc:spChg>
        <pc:spChg chg="add del mod">
          <ac:chgData name="Ree Brown" userId="6019b95bd8a428af" providerId="LiveId" clId="{D7E81A9A-C38B-4FB6-9F22-CDF0EA613CE7}" dt="2026-07-04T20:47:18.729" v="1818"/>
          <ac:spMkLst>
            <pc:docMk/>
            <pc:sldMk cId="1403495588" sldId="1513"/>
            <ac:spMk id="4" creationId="{C3756D60-96CB-7CF5-2DA9-7F724736C6F3}"/>
          </ac:spMkLst>
        </pc:spChg>
        <pc:spChg chg="add del mod">
          <ac:chgData name="Ree Brown" userId="6019b95bd8a428af" providerId="LiveId" clId="{D7E81A9A-C38B-4FB6-9F22-CDF0EA613CE7}" dt="2026-07-05T16:27:07.310" v="8556" actId="255"/>
          <ac:spMkLst>
            <pc:docMk/>
            <pc:sldMk cId="1403495588" sldId="1513"/>
            <ac:spMk id="5" creationId="{6A2DE44E-DB13-0DBA-67FD-30114441295F}"/>
          </ac:spMkLst>
        </pc:spChg>
        <pc:spChg chg="mod">
          <ac:chgData name="Ree Brown" userId="6019b95bd8a428af" providerId="LiveId" clId="{D7E81A9A-C38B-4FB6-9F22-CDF0EA613CE7}" dt="2026-07-05T15:03:52.355" v="5233" actId="2711"/>
          <ac:spMkLst>
            <pc:docMk/>
            <pc:sldMk cId="1403495588" sldId="1513"/>
            <ac:spMk id="6" creationId="{E5236CAB-BB4B-BDCA-63F6-F77BA904E53B}"/>
          </ac:spMkLst>
        </pc:spChg>
      </pc:sldChg>
      <pc:sldChg chg="modSp mod">
        <pc:chgData name="Ree Brown" userId="6019b95bd8a428af" providerId="LiveId" clId="{D7E81A9A-C38B-4FB6-9F22-CDF0EA613CE7}" dt="2026-07-05T18:18:05.671" v="9613" actId="20577"/>
        <pc:sldMkLst>
          <pc:docMk/>
          <pc:sldMk cId="1566291291" sldId="1514"/>
        </pc:sldMkLst>
        <pc:spChg chg="mod">
          <ac:chgData name="Ree Brown" userId="6019b95bd8a428af" providerId="LiveId" clId="{D7E81A9A-C38B-4FB6-9F22-CDF0EA613CE7}" dt="2026-07-05T15:15:42.051" v="5434" actId="14100"/>
          <ac:spMkLst>
            <pc:docMk/>
            <pc:sldMk cId="1566291291" sldId="1514"/>
            <ac:spMk id="2" creationId="{81896B45-59A7-C589-9ECA-BA4BE7D7D9F3}"/>
          </ac:spMkLst>
        </pc:spChg>
        <pc:spChg chg="mod">
          <ac:chgData name="Ree Brown" userId="6019b95bd8a428af" providerId="LiveId" clId="{D7E81A9A-C38B-4FB6-9F22-CDF0EA613CE7}" dt="2026-07-05T18:18:05.671" v="9613" actId="20577"/>
          <ac:spMkLst>
            <pc:docMk/>
            <pc:sldMk cId="1566291291" sldId="1514"/>
            <ac:spMk id="5" creationId="{FBFE3E85-F977-4917-D2F3-E64C503441F1}"/>
          </ac:spMkLst>
        </pc:spChg>
      </pc:sldChg>
      <pc:sldChg chg="addSp delSp modSp mod setBg setFolMasterObjs setClrOvrMap">
        <pc:chgData name="Ree Brown" userId="6019b95bd8a428af" providerId="LiveId" clId="{D7E81A9A-C38B-4FB6-9F22-CDF0EA613CE7}" dt="2026-07-05T16:30:15.791" v="8719" actId="20577"/>
        <pc:sldMkLst>
          <pc:docMk/>
          <pc:sldMk cId="599029612" sldId="1515"/>
        </pc:sldMkLst>
        <pc:spChg chg="mod">
          <ac:chgData name="Ree Brown" userId="6019b95bd8a428af" providerId="LiveId" clId="{D7E81A9A-C38B-4FB6-9F22-CDF0EA613CE7}" dt="2026-07-05T15:12:50.961" v="5393" actId="26606"/>
          <ac:spMkLst>
            <pc:docMk/>
            <pc:sldMk cId="599029612" sldId="1515"/>
            <ac:spMk id="2" creationId="{6345782E-E94C-F7FF-5DDC-7C1DFF856F9E}"/>
          </ac:spMkLst>
        </pc:spChg>
        <pc:spChg chg="mod ord">
          <ac:chgData name="Ree Brown" userId="6019b95bd8a428af" providerId="LiveId" clId="{D7E81A9A-C38B-4FB6-9F22-CDF0EA613CE7}" dt="2026-07-05T16:30:15.791" v="8719" actId="20577"/>
          <ac:spMkLst>
            <pc:docMk/>
            <pc:sldMk cId="599029612" sldId="1515"/>
            <ac:spMk id="3" creationId="{E1115141-87C9-23DF-ECBC-B828494C9F1E}"/>
          </ac:spMkLst>
        </pc:spChg>
        <pc:spChg chg="add del mod">
          <ac:chgData name="Ree Brown" userId="6019b95bd8a428af" providerId="LiveId" clId="{D7E81A9A-C38B-4FB6-9F22-CDF0EA613CE7}" dt="2026-07-05T15:11:58.555" v="5374" actId="931"/>
          <ac:spMkLst>
            <pc:docMk/>
            <pc:sldMk cId="599029612" sldId="1515"/>
            <ac:spMk id="7" creationId="{9ACA31E8-9D89-35DE-0F4A-2EA8209DEA22}"/>
          </ac:spMkLst>
        </pc:spChg>
        <pc:spChg chg="add del">
          <ac:chgData name="Ree Brown" userId="6019b95bd8a428af" providerId="LiveId" clId="{D7E81A9A-C38B-4FB6-9F22-CDF0EA613CE7}" dt="2026-07-05T15:12:15.929" v="5376" actId="26606"/>
          <ac:spMkLst>
            <pc:docMk/>
            <pc:sldMk cId="599029612" sldId="1515"/>
            <ac:spMk id="19" creationId="{4AC0CD9D-7610-4620-93B4-798CCD9AB581}"/>
          </ac:spMkLst>
        </pc:spChg>
        <pc:spChg chg="add del">
          <ac:chgData name="Ree Brown" userId="6019b95bd8a428af" providerId="LiveId" clId="{D7E81A9A-C38B-4FB6-9F22-CDF0EA613CE7}" dt="2026-07-05T15:12:15.929" v="5376" actId="26606"/>
          <ac:spMkLst>
            <pc:docMk/>
            <pc:sldMk cId="599029612" sldId="1515"/>
            <ac:spMk id="25" creationId="{DE4D62F9-188E-4530-84C2-24BDEE4BEB82}"/>
          </ac:spMkLst>
        </pc:spChg>
        <pc:spChg chg="add del">
          <ac:chgData name="Ree Brown" userId="6019b95bd8a428af" providerId="LiveId" clId="{D7E81A9A-C38B-4FB6-9F22-CDF0EA613CE7}" dt="2026-07-05T15:12:15.929" v="5376" actId="26606"/>
          <ac:spMkLst>
            <pc:docMk/>
            <pc:sldMk cId="599029612" sldId="1515"/>
            <ac:spMk id="27" creationId="{9922B851-6B16-415F-9600-DB0E665C54FD}"/>
          </ac:spMkLst>
        </pc:spChg>
        <pc:spChg chg="add del">
          <ac:chgData name="Ree Brown" userId="6019b95bd8a428af" providerId="LiveId" clId="{D7E81A9A-C38B-4FB6-9F22-CDF0EA613CE7}" dt="2026-07-05T15:12:15.929" v="5376" actId="26606"/>
          <ac:spMkLst>
            <pc:docMk/>
            <pc:sldMk cId="599029612" sldId="1515"/>
            <ac:spMk id="29" creationId="{FAA2B0B0-E6D1-4F97-A03B-5B9DC568AABC}"/>
          </ac:spMkLst>
        </pc:spChg>
        <pc:spChg chg="add del">
          <ac:chgData name="Ree Brown" userId="6019b95bd8a428af" providerId="LiveId" clId="{D7E81A9A-C38B-4FB6-9F22-CDF0EA613CE7}" dt="2026-07-05T15:12:15.929" v="5376" actId="26606"/>
          <ac:spMkLst>
            <pc:docMk/>
            <pc:sldMk cId="599029612" sldId="1515"/>
            <ac:spMk id="31" creationId="{7067A410-38E7-4862-BC25-A40927006E3A}"/>
          </ac:spMkLst>
        </pc:spChg>
        <pc:spChg chg="add del">
          <ac:chgData name="Ree Brown" userId="6019b95bd8a428af" providerId="LiveId" clId="{D7E81A9A-C38B-4FB6-9F22-CDF0EA613CE7}" dt="2026-07-05T15:12:15.929" v="5376" actId="26606"/>
          <ac:spMkLst>
            <pc:docMk/>
            <pc:sldMk cId="599029612" sldId="1515"/>
            <ac:spMk id="33" creationId="{95E21D77-54D4-42F2-9F79-B4B22CCA1C68}"/>
          </ac:spMkLst>
        </pc:spChg>
        <pc:spChg chg="add del">
          <ac:chgData name="Ree Brown" userId="6019b95bd8a428af" providerId="LiveId" clId="{D7E81A9A-C38B-4FB6-9F22-CDF0EA613CE7}" dt="2026-07-05T15:12:50.961" v="5393" actId="26606"/>
          <ac:spMkLst>
            <pc:docMk/>
            <pc:sldMk cId="599029612" sldId="1515"/>
            <ac:spMk id="37" creationId="{989BE678-777B-482A-A616-FEDC47B162E5}"/>
          </ac:spMkLst>
        </pc:spChg>
        <pc:spChg chg="add del">
          <ac:chgData name="Ree Brown" userId="6019b95bd8a428af" providerId="LiveId" clId="{D7E81A9A-C38B-4FB6-9F22-CDF0EA613CE7}" dt="2026-07-05T15:12:50.961" v="5393" actId="26606"/>
          <ac:spMkLst>
            <pc:docMk/>
            <pc:sldMk cId="599029612" sldId="1515"/>
            <ac:spMk id="40" creationId="{D28BE0C3-2102-4820-B88B-A448B1840D14}"/>
          </ac:spMkLst>
        </pc:spChg>
        <pc:spChg chg="add del">
          <ac:chgData name="Ree Brown" userId="6019b95bd8a428af" providerId="LiveId" clId="{D7E81A9A-C38B-4FB6-9F22-CDF0EA613CE7}" dt="2026-07-05T15:12:49.322" v="5390" actId="26606"/>
          <ac:spMkLst>
            <pc:docMk/>
            <pc:sldMk cId="599029612" sldId="1515"/>
            <ac:spMk id="49" creationId="{989BE678-777B-482A-A616-FEDC47B162E5}"/>
          </ac:spMkLst>
        </pc:spChg>
        <pc:spChg chg="add del">
          <ac:chgData name="Ree Brown" userId="6019b95bd8a428af" providerId="LiveId" clId="{D7E81A9A-C38B-4FB6-9F22-CDF0EA613CE7}" dt="2026-07-05T15:12:49.322" v="5390" actId="26606"/>
          <ac:spMkLst>
            <pc:docMk/>
            <pc:sldMk cId="599029612" sldId="1515"/>
            <ac:spMk id="55" creationId="{D28BE0C3-2102-4820-B88B-A448B1840D14}"/>
          </ac:spMkLst>
        </pc:spChg>
        <pc:spChg chg="add del">
          <ac:chgData name="Ree Brown" userId="6019b95bd8a428af" providerId="LiveId" clId="{D7E81A9A-C38B-4FB6-9F22-CDF0EA613CE7}" dt="2026-07-05T15:12:49.322" v="5390" actId="26606"/>
          <ac:spMkLst>
            <pc:docMk/>
            <pc:sldMk cId="599029612" sldId="1515"/>
            <ac:spMk id="57" creationId="{AA047838-7F9E-43CF-A116-26E7AAA8F842}"/>
          </ac:spMkLst>
        </pc:spChg>
        <pc:spChg chg="add del">
          <ac:chgData name="Ree Brown" userId="6019b95bd8a428af" providerId="LiveId" clId="{D7E81A9A-C38B-4FB6-9F22-CDF0EA613CE7}" dt="2026-07-05T15:12:50.916" v="5392" actId="26606"/>
          <ac:spMkLst>
            <pc:docMk/>
            <pc:sldMk cId="599029612" sldId="1515"/>
            <ac:spMk id="61" creationId="{989BE678-777B-482A-A616-FEDC47B162E5}"/>
          </ac:spMkLst>
        </pc:spChg>
        <pc:spChg chg="add del">
          <ac:chgData name="Ree Brown" userId="6019b95bd8a428af" providerId="LiveId" clId="{D7E81A9A-C38B-4FB6-9F22-CDF0EA613CE7}" dt="2026-07-05T15:12:50.916" v="5392" actId="26606"/>
          <ac:spMkLst>
            <pc:docMk/>
            <pc:sldMk cId="599029612" sldId="1515"/>
            <ac:spMk id="64" creationId="{D28BE0C3-2102-4820-B88B-A448B1840D14}"/>
          </ac:spMkLst>
        </pc:spChg>
        <pc:spChg chg="add">
          <ac:chgData name="Ree Brown" userId="6019b95bd8a428af" providerId="LiveId" clId="{D7E81A9A-C38B-4FB6-9F22-CDF0EA613CE7}" dt="2026-07-05T15:12:50.961" v="5393" actId="26606"/>
          <ac:spMkLst>
            <pc:docMk/>
            <pc:sldMk cId="599029612" sldId="1515"/>
            <ac:spMk id="68" creationId="{989BE678-777B-482A-A616-FEDC47B162E5}"/>
          </ac:spMkLst>
        </pc:spChg>
        <pc:spChg chg="add">
          <ac:chgData name="Ree Brown" userId="6019b95bd8a428af" providerId="LiveId" clId="{D7E81A9A-C38B-4FB6-9F22-CDF0EA613CE7}" dt="2026-07-05T15:12:50.961" v="5393" actId="26606"/>
          <ac:spMkLst>
            <pc:docMk/>
            <pc:sldMk cId="599029612" sldId="1515"/>
            <ac:spMk id="71" creationId="{D28BE0C3-2102-4820-B88B-A448B1840D14}"/>
          </ac:spMkLst>
        </pc:spChg>
        <pc:spChg chg="add">
          <ac:chgData name="Ree Brown" userId="6019b95bd8a428af" providerId="LiveId" clId="{D7E81A9A-C38B-4FB6-9F22-CDF0EA613CE7}" dt="2026-07-05T15:12:50.961" v="5393" actId="26606"/>
          <ac:spMkLst>
            <pc:docMk/>
            <pc:sldMk cId="599029612" sldId="1515"/>
            <ac:spMk id="72" creationId="{C8A3C342-1D03-412F-8DD3-BF519E8E0AE9}"/>
          </ac:spMkLst>
        </pc:spChg>
        <pc:spChg chg="add">
          <ac:chgData name="Ree Brown" userId="6019b95bd8a428af" providerId="LiveId" clId="{D7E81A9A-C38B-4FB6-9F22-CDF0EA613CE7}" dt="2026-07-05T15:12:50.961" v="5393" actId="26606"/>
          <ac:spMkLst>
            <pc:docMk/>
            <pc:sldMk cId="599029612" sldId="1515"/>
            <ac:spMk id="73" creationId="{81CC9B02-E087-4350-AEBD-2C3CF001AF01}"/>
          </ac:spMkLst>
        </pc:spChg>
        <pc:picChg chg="add del mod">
          <ac:chgData name="Ree Brown" userId="6019b95bd8a428af" providerId="LiveId" clId="{D7E81A9A-C38B-4FB6-9F22-CDF0EA613CE7}" dt="2026-07-05T15:11:52.447" v="5373" actId="478"/>
          <ac:picMkLst>
            <pc:docMk/>
            <pc:sldMk cId="599029612" sldId="1515"/>
            <ac:picMk id="5" creationId="{ADAB8EBA-F758-2A1B-E88A-4E54D3C1FE96}"/>
          </ac:picMkLst>
        </pc:picChg>
        <pc:picChg chg="del mod">
          <ac:chgData name="Ree Brown" userId="6019b95bd8a428af" providerId="LiveId" clId="{D7E81A9A-C38B-4FB6-9F22-CDF0EA613CE7}" dt="2026-07-05T15:11:49.490" v="5372" actId="478"/>
          <ac:picMkLst>
            <pc:docMk/>
            <pc:sldMk cId="599029612" sldId="1515"/>
            <ac:picMk id="8" creationId="{2EAC0192-278D-89E4-80FC-ECD204D64D01}"/>
          </ac:picMkLst>
        </pc:picChg>
        <pc:picChg chg="add mod ord">
          <ac:chgData name="Ree Brown" userId="6019b95bd8a428af" providerId="LiveId" clId="{D7E81A9A-C38B-4FB6-9F22-CDF0EA613CE7}" dt="2026-07-05T15:12:19.609" v="5378" actId="1076"/>
          <ac:picMkLst>
            <pc:docMk/>
            <pc:sldMk cId="599029612" sldId="1515"/>
            <ac:picMk id="10" creationId="{2586F44D-39C7-121F-EE4A-48EB3D47952C}"/>
          </ac:picMkLst>
        </pc:picChg>
        <pc:picChg chg="add del">
          <ac:chgData name="Ree Brown" userId="6019b95bd8a428af" providerId="LiveId" clId="{D7E81A9A-C38B-4FB6-9F22-CDF0EA613CE7}" dt="2026-07-05T15:12:15.929" v="5376" actId="26606"/>
          <ac:picMkLst>
            <pc:docMk/>
            <pc:sldMk cId="599029612" sldId="1515"/>
            <ac:picMk id="15" creationId="{41B68C77-138E-4BF7-A276-BD0C78A4219F}"/>
          </ac:picMkLst>
        </pc:picChg>
        <pc:picChg chg="add del">
          <ac:chgData name="Ree Brown" userId="6019b95bd8a428af" providerId="LiveId" clId="{D7E81A9A-C38B-4FB6-9F22-CDF0EA613CE7}" dt="2026-07-05T15:12:15.929" v="5376" actId="26606"/>
          <ac:picMkLst>
            <pc:docMk/>
            <pc:sldMk cId="599029612" sldId="1515"/>
            <ac:picMk id="23" creationId="{69F01145-BEA3-4CBF-AA21-10077B948CA8}"/>
          </ac:picMkLst>
        </pc:picChg>
        <pc:picChg chg="add">
          <ac:chgData name="Ree Brown" userId="6019b95bd8a428af" providerId="LiveId" clId="{D7E81A9A-C38B-4FB6-9F22-CDF0EA613CE7}" dt="2026-07-05T15:12:15.998" v="5377" actId="26606"/>
          <ac:picMkLst>
            <pc:docMk/>
            <pc:sldMk cId="599029612" sldId="1515"/>
            <ac:picMk id="35" creationId="{DF19BAF3-7E20-4B9D-B544-BABAEEA1FA75}"/>
          </ac:picMkLst>
        </pc:picChg>
        <pc:picChg chg="add">
          <ac:chgData name="Ree Brown" userId="6019b95bd8a428af" providerId="LiveId" clId="{D7E81A9A-C38B-4FB6-9F22-CDF0EA613CE7}" dt="2026-07-05T15:12:15.998" v="5377" actId="26606"/>
          <ac:picMkLst>
            <pc:docMk/>
            <pc:sldMk cId="599029612" sldId="1515"/>
            <ac:picMk id="36" creationId="{950648F4-ABCD-4DF0-8641-76CFB2354721}"/>
          </ac:picMkLst>
        </pc:picChg>
        <pc:picChg chg="add">
          <ac:chgData name="Ree Brown" userId="6019b95bd8a428af" providerId="LiveId" clId="{D7E81A9A-C38B-4FB6-9F22-CDF0EA613CE7}" dt="2026-07-05T15:12:15.998" v="5377" actId="26606"/>
          <ac:picMkLst>
            <pc:docMk/>
            <pc:sldMk cId="599029612" sldId="1515"/>
            <ac:picMk id="38" creationId="{CF1EB4BD-9C7E-4AA3-9681-C7EB0DA6250B}"/>
          </ac:picMkLst>
        </pc:picChg>
        <pc:picChg chg="add del">
          <ac:chgData name="Ree Brown" userId="6019b95bd8a428af" providerId="LiveId" clId="{D7E81A9A-C38B-4FB6-9F22-CDF0EA613CE7}" dt="2026-07-05T15:12:50.961" v="5393" actId="26606"/>
          <ac:picMkLst>
            <pc:docMk/>
            <pc:sldMk cId="599029612" sldId="1515"/>
            <ac:picMk id="39" creationId="{94AAE3AA-3759-4D28-B0EF-575F25A5146C}"/>
          </ac:picMkLst>
        </pc:picChg>
        <pc:picChg chg="add del">
          <ac:chgData name="Ree Brown" userId="6019b95bd8a428af" providerId="LiveId" clId="{D7E81A9A-C38B-4FB6-9F22-CDF0EA613CE7}" dt="2026-07-05T15:12:49.322" v="5390" actId="26606"/>
          <ac:picMkLst>
            <pc:docMk/>
            <pc:sldMk cId="599029612" sldId="1515"/>
            <ac:picMk id="45" creationId="{DF19BAF3-7E20-4B9D-B544-BABAEEA1FA75}"/>
          </ac:picMkLst>
        </pc:picChg>
        <pc:picChg chg="add del">
          <ac:chgData name="Ree Brown" userId="6019b95bd8a428af" providerId="LiveId" clId="{D7E81A9A-C38B-4FB6-9F22-CDF0EA613CE7}" dt="2026-07-05T15:12:49.322" v="5390" actId="26606"/>
          <ac:picMkLst>
            <pc:docMk/>
            <pc:sldMk cId="599029612" sldId="1515"/>
            <ac:picMk id="51" creationId="{CF1EB4BD-9C7E-4AA3-9681-C7EB0DA6250B}"/>
          </ac:picMkLst>
        </pc:picChg>
        <pc:picChg chg="add del">
          <ac:chgData name="Ree Brown" userId="6019b95bd8a428af" providerId="LiveId" clId="{D7E81A9A-C38B-4FB6-9F22-CDF0EA613CE7}" dt="2026-07-05T15:12:50.916" v="5392" actId="26606"/>
          <ac:picMkLst>
            <pc:docMk/>
            <pc:sldMk cId="599029612" sldId="1515"/>
            <ac:picMk id="59" creationId="{DF19BAF3-7E20-4B9D-B544-BABAEEA1FA75}"/>
          </ac:picMkLst>
        </pc:picChg>
        <pc:picChg chg="add del">
          <ac:chgData name="Ree Brown" userId="6019b95bd8a428af" providerId="LiveId" clId="{D7E81A9A-C38B-4FB6-9F22-CDF0EA613CE7}" dt="2026-07-05T15:12:50.916" v="5392" actId="26606"/>
          <ac:picMkLst>
            <pc:docMk/>
            <pc:sldMk cId="599029612" sldId="1515"/>
            <ac:picMk id="60" creationId="{950648F4-ABCD-4DF0-8641-76CFB2354721}"/>
          </ac:picMkLst>
        </pc:picChg>
        <pc:picChg chg="add del">
          <ac:chgData name="Ree Brown" userId="6019b95bd8a428af" providerId="LiveId" clId="{D7E81A9A-C38B-4FB6-9F22-CDF0EA613CE7}" dt="2026-07-05T15:12:50.916" v="5392" actId="26606"/>
          <ac:picMkLst>
            <pc:docMk/>
            <pc:sldMk cId="599029612" sldId="1515"/>
            <ac:picMk id="62" creationId="{CF1EB4BD-9C7E-4AA3-9681-C7EB0DA6250B}"/>
          </ac:picMkLst>
        </pc:picChg>
        <pc:picChg chg="add del">
          <ac:chgData name="Ree Brown" userId="6019b95bd8a428af" providerId="LiveId" clId="{D7E81A9A-C38B-4FB6-9F22-CDF0EA613CE7}" dt="2026-07-05T15:12:50.916" v="5392" actId="26606"/>
          <ac:picMkLst>
            <pc:docMk/>
            <pc:sldMk cId="599029612" sldId="1515"/>
            <ac:picMk id="63" creationId="{94AAE3AA-3759-4D28-B0EF-575F25A5146C}"/>
          </ac:picMkLst>
        </pc:picChg>
        <pc:picChg chg="add">
          <ac:chgData name="Ree Brown" userId="6019b95bd8a428af" providerId="LiveId" clId="{D7E81A9A-C38B-4FB6-9F22-CDF0EA613CE7}" dt="2026-07-05T15:12:50.961" v="5393" actId="26606"/>
          <ac:picMkLst>
            <pc:docMk/>
            <pc:sldMk cId="599029612" sldId="1515"/>
            <ac:picMk id="66" creationId="{DF19BAF3-7E20-4B9D-B544-BABAEEA1FA75}"/>
          </ac:picMkLst>
        </pc:picChg>
      </pc:sldChg>
      <pc:sldChg chg="modSp mod">
        <pc:chgData name="Ree Brown" userId="6019b95bd8a428af" providerId="LiveId" clId="{D7E81A9A-C38B-4FB6-9F22-CDF0EA613CE7}" dt="2026-07-05T17:44:52.807" v="9597" actId="20577"/>
        <pc:sldMkLst>
          <pc:docMk/>
          <pc:sldMk cId="2168735708" sldId="1516"/>
        </pc:sldMkLst>
        <pc:spChg chg="mod">
          <ac:chgData name="Ree Brown" userId="6019b95bd8a428af" providerId="LiveId" clId="{D7E81A9A-C38B-4FB6-9F22-CDF0EA613CE7}" dt="2026-07-04T19:25:26.008" v="1504"/>
          <ac:spMkLst>
            <pc:docMk/>
            <pc:sldMk cId="2168735708" sldId="1516"/>
            <ac:spMk id="2" creationId="{324C32F8-E21D-68DC-2A6B-6A44F01175C0}"/>
          </ac:spMkLst>
        </pc:spChg>
        <pc:spChg chg="mod">
          <ac:chgData name="Ree Brown" userId="6019b95bd8a428af" providerId="LiveId" clId="{D7E81A9A-C38B-4FB6-9F22-CDF0EA613CE7}" dt="2026-07-05T17:44:52.807" v="9597" actId="20577"/>
          <ac:spMkLst>
            <pc:docMk/>
            <pc:sldMk cId="2168735708" sldId="1516"/>
            <ac:spMk id="3" creationId="{E435B5EE-EC32-8941-B9F3-74604A298061}"/>
          </ac:spMkLst>
        </pc:spChg>
      </pc:sldChg>
      <pc:sldChg chg="modSp del">
        <pc:chgData name="Ree Brown" userId="6019b95bd8a428af" providerId="LiveId" clId="{D7E81A9A-C38B-4FB6-9F22-CDF0EA613CE7}" dt="2026-07-04T20:54:23.488" v="1950" actId="2696"/>
        <pc:sldMkLst>
          <pc:docMk/>
          <pc:sldMk cId="3902066237" sldId="1517"/>
        </pc:sldMkLst>
        <pc:spChg chg="mod">
          <ac:chgData name="Ree Brown" userId="6019b95bd8a428af" providerId="LiveId" clId="{D7E81A9A-C38B-4FB6-9F22-CDF0EA613CE7}" dt="2026-07-04T19:25:27.855" v="1506"/>
          <ac:spMkLst>
            <pc:docMk/>
            <pc:sldMk cId="3902066237" sldId="1517"/>
            <ac:spMk id="2" creationId="{9A819718-8129-CB4A-5FDF-3999F3BE8E83}"/>
          </ac:spMkLst>
        </pc:spChg>
        <pc:spChg chg="mod">
          <ac:chgData name="Ree Brown" userId="6019b95bd8a428af" providerId="LiveId" clId="{D7E81A9A-C38B-4FB6-9F22-CDF0EA613CE7}" dt="2026-07-04T19:25:27.855" v="1506"/>
          <ac:spMkLst>
            <pc:docMk/>
            <pc:sldMk cId="3902066237" sldId="1517"/>
            <ac:spMk id="3" creationId="{348B4907-4194-55BC-BDE9-CCF6DAB2201B}"/>
          </ac:spMkLst>
        </pc:spChg>
      </pc:sldChg>
      <pc:sldChg chg="modSp mod">
        <pc:chgData name="Ree Brown" userId="6019b95bd8a428af" providerId="LiveId" clId="{D7E81A9A-C38B-4FB6-9F22-CDF0EA613CE7}" dt="2026-07-05T17:39:25.867" v="9364" actId="1076"/>
        <pc:sldMkLst>
          <pc:docMk/>
          <pc:sldMk cId="2032650364" sldId="1518"/>
        </pc:sldMkLst>
        <pc:spChg chg="mod">
          <ac:chgData name="Ree Brown" userId="6019b95bd8a428af" providerId="LiveId" clId="{D7E81A9A-C38B-4FB6-9F22-CDF0EA613CE7}" dt="2026-07-05T17:39:21.910" v="9363" actId="20577"/>
          <ac:spMkLst>
            <pc:docMk/>
            <pc:sldMk cId="2032650364" sldId="1518"/>
            <ac:spMk id="2" creationId="{CEA53691-1E29-F958-4516-21E9C6C6CB18}"/>
          </ac:spMkLst>
        </pc:spChg>
        <pc:spChg chg="mod">
          <ac:chgData name="Ree Brown" userId="6019b95bd8a428af" providerId="LiveId" clId="{D7E81A9A-C38B-4FB6-9F22-CDF0EA613CE7}" dt="2026-07-05T17:39:25.867" v="9364" actId="1076"/>
          <ac:spMkLst>
            <pc:docMk/>
            <pc:sldMk cId="2032650364" sldId="1518"/>
            <ac:spMk id="3" creationId="{C381D02A-DEE6-74A5-CC43-203D9041654D}"/>
          </ac:spMkLst>
        </pc:spChg>
      </pc:sldChg>
      <pc:sldChg chg="modSp new mod">
        <pc:chgData name="Ree Brown" userId="6019b95bd8a428af" providerId="LiveId" clId="{D7E81A9A-C38B-4FB6-9F22-CDF0EA613CE7}" dt="2026-07-05T17:31:57.324" v="9186" actId="20577"/>
        <pc:sldMkLst>
          <pc:docMk/>
          <pc:sldMk cId="1183801991" sldId="1519"/>
        </pc:sldMkLst>
        <pc:spChg chg="mod">
          <ac:chgData name="Ree Brown" userId="6019b95bd8a428af" providerId="LiveId" clId="{D7E81A9A-C38B-4FB6-9F22-CDF0EA613CE7}" dt="2026-07-05T15:27:38.535" v="5699" actId="1076"/>
          <ac:spMkLst>
            <pc:docMk/>
            <pc:sldMk cId="1183801991" sldId="1519"/>
            <ac:spMk id="2" creationId="{D09F8BDE-5401-629F-833C-3B2919397616}"/>
          </ac:spMkLst>
        </pc:spChg>
        <pc:spChg chg="mod">
          <ac:chgData name="Ree Brown" userId="6019b95bd8a428af" providerId="LiveId" clId="{D7E81A9A-C38B-4FB6-9F22-CDF0EA613CE7}" dt="2026-07-05T17:31:57.324" v="9186" actId="20577"/>
          <ac:spMkLst>
            <pc:docMk/>
            <pc:sldMk cId="1183801991" sldId="1519"/>
            <ac:spMk id="3" creationId="{E361027E-A33B-9448-E3B1-10B84F72C042}"/>
          </ac:spMkLst>
        </pc:spChg>
        <pc:spChg chg="mod">
          <ac:chgData name="Ree Brown" userId="6019b95bd8a428af" providerId="LiveId" clId="{D7E81A9A-C38B-4FB6-9F22-CDF0EA613CE7}" dt="2026-07-05T15:27:42.957" v="5701" actId="27636"/>
          <ac:spMkLst>
            <pc:docMk/>
            <pc:sldMk cId="1183801991" sldId="1519"/>
            <ac:spMk id="4" creationId="{800D62F0-2A14-A9A6-2648-A94BE1111F6A}"/>
          </ac:spMkLst>
        </pc:spChg>
      </pc:sldChg>
      <pc:sldChg chg="addSp delSp modSp add mod">
        <pc:chgData name="Ree Brown" userId="6019b95bd8a428af" providerId="LiveId" clId="{D7E81A9A-C38B-4FB6-9F22-CDF0EA613CE7}" dt="2026-07-05T16:26:56.044" v="8554" actId="255"/>
        <pc:sldMkLst>
          <pc:docMk/>
          <pc:sldMk cId="2928277954" sldId="1520"/>
        </pc:sldMkLst>
        <pc:spChg chg="del mod">
          <ac:chgData name="Ree Brown" userId="6019b95bd8a428af" providerId="LiveId" clId="{D7E81A9A-C38B-4FB6-9F22-CDF0EA613CE7}" dt="2026-07-04T20:47:56.994" v="1827"/>
          <ac:spMkLst>
            <pc:docMk/>
            <pc:sldMk cId="2928277954" sldId="1520"/>
            <ac:spMk id="3" creationId="{D726040E-1B6E-CF7B-5749-F6AE30AF02E1}"/>
          </ac:spMkLst>
        </pc:spChg>
        <pc:spChg chg="add mod">
          <ac:chgData name="Ree Brown" userId="6019b95bd8a428af" providerId="LiveId" clId="{D7E81A9A-C38B-4FB6-9F22-CDF0EA613CE7}" dt="2026-07-05T16:26:49.799" v="8553" actId="255"/>
          <ac:spMkLst>
            <pc:docMk/>
            <pc:sldMk cId="2928277954" sldId="1520"/>
            <ac:spMk id="4" creationId="{2A36F63E-014A-67E2-CF46-5E75EB686FBC}"/>
          </ac:spMkLst>
        </pc:spChg>
        <pc:spChg chg="add mod">
          <ac:chgData name="Ree Brown" userId="6019b95bd8a428af" providerId="LiveId" clId="{D7E81A9A-C38B-4FB6-9F22-CDF0EA613CE7}" dt="2026-07-05T16:26:56.044" v="8554" actId="255"/>
          <ac:spMkLst>
            <pc:docMk/>
            <pc:sldMk cId="2928277954" sldId="1520"/>
            <ac:spMk id="5" creationId="{5097ACF0-6157-A073-E2BA-36AD126E7317}"/>
          </ac:spMkLst>
        </pc:spChg>
        <pc:spChg chg="mod">
          <ac:chgData name="Ree Brown" userId="6019b95bd8a428af" providerId="LiveId" clId="{D7E81A9A-C38B-4FB6-9F22-CDF0EA613CE7}" dt="2026-07-05T15:03:02.830" v="5225" actId="2711"/>
          <ac:spMkLst>
            <pc:docMk/>
            <pc:sldMk cId="2928277954" sldId="1520"/>
            <ac:spMk id="6" creationId="{B30DD125-D8D6-8CC3-1297-CB857F9F00DB}"/>
          </ac:spMkLst>
        </pc:spChg>
        <pc:spChg chg="add mod">
          <ac:chgData name="Ree Brown" userId="6019b95bd8a428af" providerId="LiveId" clId="{D7E81A9A-C38B-4FB6-9F22-CDF0EA613CE7}" dt="2026-07-05T15:03:25.310" v="5229" actId="1076"/>
          <ac:spMkLst>
            <pc:docMk/>
            <pc:sldMk cId="2928277954" sldId="1520"/>
            <ac:spMk id="7" creationId="{0D741288-5A80-0CD4-0947-39A918529E3D}"/>
          </ac:spMkLst>
        </pc:spChg>
      </pc:sldChg>
      <pc:sldChg chg="addSp delSp modSp new mod">
        <pc:chgData name="Ree Brown" userId="6019b95bd8a428af" providerId="LiveId" clId="{D7E81A9A-C38B-4FB6-9F22-CDF0EA613CE7}" dt="2026-07-05T16:27:44.686" v="8569" actId="20577"/>
        <pc:sldMkLst>
          <pc:docMk/>
          <pc:sldMk cId="2583321602" sldId="1521"/>
        </pc:sldMkLst>
        <pc:spChg chg="mod">
          <ac:chgData name="Ree Brown" userId="6019b95bd8a428af" providerId="LiveId" clId="{D7E81A9A-C38B-4FB6-9F22-CDF0EA613CE7}" dt="2026-07-05T16:27:44.686" v="8569" actId="20577"/>
          <ac:spMkLst>
            <pc:docMk/>
            <pc:sldMk cId="2583321602" sldId="1521"/>
            <ac:spMk id="2" creationId="{A81239C6-89D3-190C-3164-6B875B814015}"/>
          </ac:spMkLst>
        </pc:spChg>
        <pc:spChg chg="del mod">
          <ac:chgData name="Ree Brown" userId="6019b95bd8a428af" providerId="LiveId" clId="{D7E81A9A-C38B-4FB6-9F22-CDF0EA613CE7}" dt="2026-07-04T21:18:03.500" v="2866" actId="478"/>
          <ac:spMkLst>
            <pc:docMk/>
            <pc:sldMk cId="2583321602" sldId="1521"/>
            <ac:spMk id="3" creationId="{FE14C815-9646-4E65-B8B6-DA50F3182F59}"/>
          </ac:spMkLst>
        </pc:spChg>
        <pc:spChg chg="add del mod">
          <ac:chgData name="Ree Brown" userId="6019b95bd8a428af" providerId="LiveId" clId="{D7E81A9A-C38B-4FB6-9F22-CDF0EA613CE7}" dt="2026-07-04T20:55:32.407" v="1963" actId="478"/>
          <ac:spMkLst>
            <pc:docMk/>
            <pc:sldMk cId="2583321602" sldId="1521"/>
            <ac:spMk id="4" creationId="{3CE645AB-00C7-532A-7A03-61A9C9EA6742}"/>
          </ac:spMkLst>
        </pc:spChg>
        <pc:spChg chg="add mod">
          <ac:chgData name="Ree Brown" userId="6019b95bd8a428af" providerId="LiveId" clId="{D7E81A9A-C38B-4FB6-9F22-CDF0EA613CE7}" dt="2026-07-05T15:02:20.164" v="5219" actId="2711"/>
          <ac:spMkLst>
            <pc:docMk/>
            <pc:sldMk cId="2583321602" sldId="1521"/>
            <ac:spMk id="5" creationId="{431B6057-9903-B98B-D6B4-6371002E5197}"/>
          </ac:spMkLst>
        </pc:spChg>
      </pc:sldChg>
      <pc:sldChg chg="new del">
        <pc:chgData name="Ree Brown" userId="6019b95bd8a428af" providerId="LiveId" clId="{D7E81A9A-C38B-4FB6-9F22-CDF0EA613CE7}" dt="2026-07-04T21:19:40.115" v="2888" actId="680"/>
        <pc:sldMkLst>
          <pc:docMk/>
          <pc:sldMk cId="938389402" sldId="1522"/>
        </pc:sldMkLst>
      </pc:sldChg>
      <pc:sldChg chg="modSp add mod">
        <pc:chgData name="Ree Brown" userId="6019b95bd8a428af" providerId="LiveId" clId="{D7E81A9A-C38B-4FB6-9F22-CDF0EA613CE7}" dt="2026-07-05T16:27:34.368" v="8558" actId="255"/>
        <pc:sldMkLst>
          <pc:docMk/>
          <pc:sldMk cId="2354538638" sldId="1522"/>
        </pc:sldMkLst>
        <pc:spChg chg="mod">
          <ac:chgData name="Ree Brown" userId="6019b95bd8a428af" providerId="LiveId" clId="{D7E81A9A-C38B-4FB6-9F22-CDF0EA613CE7}" dt="2026-07-05T15:04:16.447" v="5241" actId="404"/>
          <ac:spMkLst>
            <pc:docMk/>
            <pc:sldMk cId="2354538638" sldId="1522"/>
            <ac:spMk id="2" creationId="{002F02FA-4FF5-EA3D-EEC9-C83F0B78A155}"/>
          </ac:spMkLst>
        </pc:spChg>
        <pc:spChg chg="mod">
          <ac:chgData name="Ree Brown" userId="6019b95bd8a428af" providerId="LiveId" clId="{D7E81A9A-C38B-4FB6-9F22-CDF0EA613CE7}" dt="2026-07-05T16:27:34.368" v="8558" actId="255"/>
          <ac:spMkLst>
            <pc:docMk/>
            <pc:sldMk cId="2354538638" sldId="1522"/>
            <ac:spMk id="5" creationId="{783FBEF0-240B-8B5F-8133-C5C23A0511D4}"/>
          </ac:spMkLst>
        </pc:spChg>
      </pc:sldChg>
      <pc:sldChg chg="addSp delSp modSp new mod setBg">
        <pc:chgData name="Ree Brown" userId="6019b95bd8a428af" providerId="LiveId" clId="{D7E81A9A-C38B-4FB6-9F22-CDF0EA613CE7}" dt="2026-07-05T15:05:52.680" v="5255" actId="11529"/>
        <pc:sldMkLst>
          <pc:docMk/>
          <pc:sldMk cId="1296374266" sldId="1523"/>
        </pc:sldMkLst>
        <pc:spChg chg="mod">
          <ac:chgData name="Ree Brown" userId="6019b95bd8a428af" providerId="LiveId" clId="{D7E81A9A-C38B-4FB6-9F22-CDF0EA613CE7}" dt="2026-07-05T15:05:22.798" v="5254" actId="2711"/>
          <ac:spMkLst>
            <pc:docMk/>
            <pc:sldMk cId="1296374266" sldId="1523"/>
            <ac:spMk id="2" creationId="{D63DBD1E-B7F1-AF07-D4C1-2B880475281F}"/>
          </ac:spMkLst>
        </pc:spChg>
        <pc:spChg chg="mod">
          <ac:chgData name="Ree Brown" userId="6019b95bd8a428af" providerId="LiveId" clId="{D7E81A9A-C38B-4FB6-9F22-CDF0EA613CE7}" dt="2026-07-05T15:05:15.965" v="5253" actId="14100"/>
          <ac:spMkLst>
            <pc:docMk/>
            <pc:sldMk cId="1296374266" sldId="1523"/>
            <ac:spMk id="3" creationId="{5E41727C-2E1B-5EF7-4B89-EDD76F1A7149}"/>
          </ac:spMkLst>
        </pc:spChg>
        <pc:spChg chg="del">
          <ac:chgData name="Ree Brown" userId="6019b95bd8a428af" providerId="LiveId" clId="{D7E81A9A-C38B-4FB6-9F22-CDF0EA613CE7}" dt="2026-07-04T21:49:38.099" v="3883" actId="478"/>
          <ac:spMkLst>
            <pc:docMk/>
            <pc:sldMk cId="1296374266" sldId="1523"/>
            <ac:spMk id="4" creationId="{56707368-26F6-939E-A215-85544EE517FB}"/>
          </ac:spMkLst>
        </pc:spChg>
        <pc:spChg chg="add">
          <ac:chgData name="Ree Brown" userId="6019b95bd8a428af" providerId="LiveId" clId="{D7E81A9A-C38B-4FB6-9F22-CDF0EA613CE7}" dt="2026-07-05T14:38:20.093" v="3892" actId="26606"/>
          <ac:spMkLst>
            <pc:docMk/>
            <pc:sldMk cId="1296374266" sldId="1523"/>
            <ac:spMk id="15" creationId="{989BE678-777B-482A-A616-FEDC47B162E5}"/>
          </ac:spMkLst>
        </pc:spChg>
        <pc:spChg chg="add">
          <ac:chgData name="Ree Brown" userId="6019b95bd8a428af" providerId="LiveId" clId="{D7E81A9A-C38B-4FB6-9F22-CDF0EA613CE7}" dt="2026-07-05T14:38:20.093" v="3892" actId="26606"/>
          <ac:spMkLst>
            <pc:docMk/>
            <pc:sldMk cId="1296374266" sldId="1523"/>
            <ac:spMk id="21" creationId="{D28BE0C3-2102-4820-B88B-A448B1840D14}"/>
          </ac:spMkLst>
        </pc:spChg>
        <pc:spChg chg="add">
          <ac:chgData name="Ree Brown" userId="6019b95bd8a428af" providerId="LiveId" clId="{D7E81A9A-C38B-4FB6-9F22-CDF0EA613CE7}" dt="2026-07-05T14:38:20.093" v="3892" actId="26606"/>
          <ac:spMkLst>
            <pc:docMk/>
            <pc:sldMk cId="1296374266" sldId="1523"/>
            <ac:spMk id="23" creationId="{C8A3C342-1D03-412F-8DD3-BF519E8E0AE9}"/>
          </ac:spMkLst>
        </pc:spChg>
        <pc:spChg chg="add">
          <ac:chgData name="Ree Brown" userId="6019b95bd8a428af" providerId="LiveId" clId="{D7E81A9A-C38B-4FB6-9F22-CDF0EA613CE7}" dt="2026-07-05T14:38:20.093" v="3892" actId="26606"/>
          <ac:spMkLst>
            <pc:docMk/>
            <pc:sldMk cId="1296374266" sldId="1523"/>
            <ac:spMk id="25" creationId="{81CC9B02-E087-4350-AEBD-2C3CF001AF01}"/>
          </ac:spMkLst>
        </pc:spChg>
        <pc:picChg chg="add mod">
          <ac:chgData name="Ree Brown" userId="6019b95bd8a428af" providerId="LiveId" clId="{D7E81A9A-C38B-4FB6-9F22-CDF0EA613CE7}" dt="2026-07-05T14:38:20.093" v="3892" actId="26606"/>
          <ac:picMkLst>
            <pc:docMk/>
            <pc:sldMk cId="1296374266" sldId="1523"/>
            <ac:picMk id="6" creationId="{D24EBC4B-1CD7-37D3-3B5B-4A52DBA0EEC1}"/>
          </ac:picMkLst>
        </pc:picChg>
        <pc:picChg chg="add">
          <ac:chgData name="Ree Brown" userId="6019b95bd8a428af" providerId="LiveId" clId="{D7E81A9A-C38B-4FB6-9F22-CDF0EA613CE7}" dt="2026-07-05T14:38:20.093" v="3892" actId="26606"/>
          <ac:picMkLst>
            <pc:docMk/>
            <pc:sldMk cId="1296374266" sldId="1523"/>
            <ac:picMk id="11" creationId="{DF19BAF3-7E20-4B9D-B544-BABAEEA1FA75}"/>
          </ac:picMkLst>
        </pc:picChg>
        <pc:picChg chg="add">
          <ac:chgData name="Ree Brown" userId="6019b95bd8a428af" providerId="LiveId" clId="{D7E81A9A-C38B-4FB6-9F22-CDF0EA613CE7}" dt="2026-07-05T14:38:20.093" v="3892" actId="26606"/>
          <ac:picMkLst>
            <pc:docMk/>
            <pc:sldMk cId="1296374266" sldId="1523"/>
            <ac:picMk id="13" creationId="{950648F4-ABCD-4DF0-8641-76CFB2354721}"/>
          </ac:picMkLst>
        </pc:picChg>
        <pc:picChg chg="add">
          <ac:chgData name="Ree Brown" userId="6019b95bd8a428af" providerId="LiveId" clId="{D7E81A9A-C38B-4FB6-9F22-CDF0EA613CE7}" dt="2026-07-05T14:38:20.093" v="3892" actId="26606"/>
          <ac:picMkLst>
            <pc:docMk/>
            <pc:sldMk cId="1296374266" sldId="1523"/>
            <ac:picMk id="17" creationId="{CF1EB4BD-9C7E-4AA3-9681-C7EB0DA6250B}"/>
          </ac:picMkLst>
        </pc:picChg>
        <pc:cxnChg chg="add">
          <ac:chgData name="Ree Brown" userId="6019b95bd8a428af" providerId="LiveId" clId="{D7E81A9A-C38B-4FB6-9F22-CDF0EA613CE7}" dt="2026-07-05T15:05:52.680" v="5255" actId="11529"/>
          <ac:cxnSpMkLst>
            <pc:docMk/>
            <pc:sldMk cId="1296374266" sldId="1523"/>
            <ac:cxnSpMk id="8" creationId="{7E9C1408-48C5-8E57-C06B-CFFD827C7962}"/>
          </ac:cxnSpMkLst>
        </pc:cxnChg>
      </pc:sldChg>
      <pc:sldChg chg="addSp delSp modSp new del mod ord modClrScheme chgLayout">
        <pc:chgData name="Ree Brown" userId="6019b95bd8a428af" providerId="LiveId" clId="{D7E81A9A-C38B-4FB6-9F22-CDF0EA613CE7}" dt="2026-07-04T21:42:31.246" v="3529" actId="47"/>
        <pc:sldMkLst>
          <pc:docMk/>
          <pc:sldMk cId="1786948776" sldId="1523"/>
        </pc:sldMkLst>
        <pc:spChg chg="del mod ord">
          <ac:chgData name="Ree Brown" userId="6019b95bd8a428af" providerId="LiveId" clId="{D7E81A9A-C38B-4FB6-9F22-CDF0EA613CE7}" dt="2026-07-04T21:39:48.606" v="3443" actId="700"/>
          <ac:spMkLst>
            <pc:docMk/>
            <pc:sldMk cId="1786948776" sldId="1523"/>
            <ac:spMk id="2" creationId="{3E25D235-69BA-D2D3-136D-63AD8D19F79E}"/>
          </ac:spMkLst>
        </pc:spChg>
        <pc:spChg chg="del mod ord">
          <ac:chgData name="Ree Brown" userId="6019b95bd8a428af" providerId="LiveId" clId="{D7E81A9A-C38B-4FB6-9F22-CDF0EA613CE7}" dt="2026-07-04T21:39:48.606" v="3443" actId="700"/>
          <ac:spMkLst>
            <pc:docMk/>
            <pc:sldMk cId="1786948776" sldId="1523"/>
            <ac:spMk id="3" creationId="{B7627662-C5A2-9F63-BFB7-F43FE2FFBF44}"/>
          </ac:spMkLst>
        </pc:spChg>
        <pc:spChg chg="del">
          <ac:chgData name="Ree Brown" userId="6019b95bd8a428af" providerId="LiveId" clId="{D7E81A9A-C38B-4FB6-9F22-CDF0EA613CE7}" dt="2026-07-04T21:39:48.606" v="3443" actId="700"/>
          <ac:spMkLst>
            <pc:docMk/>
            <pc:sldMk cId="1786948776" sldId="1523"/>
            <ac:spMk id="4" creationId="{FA038663-6B6E-C90B-AF6C-24B532E6B184}"/>
          </ac:spMkLst>
        </pc:spChg>
        <pc:spChg chg="add del mod">
          <ac:chgData name="Ree Brown" userId="6019b95bd8a428af" providerId="LiveId" clId="{D7E81A9A-C38B-4FB6-9F22-CDF0EA613CE7}" dt="2026-07-04T21:40:05.041" v="3469"/>
          <ac:spMkLst>
            <pc:docMk/>
            <pc:sldMk cId="1786948776" sldId="1523"/>
            <ac:spMk id="6" creationId="{B07068B6-4F46-6A5C-B78B-0C7C6E819F2B}"/>
          </ac:spMkLst>
        </pc:spChg>
        <pc:spChg chg="add mod ord">
          <ac:chgData name="Ree Brown" userId="6019b95bd8a428af" providerId="LiveId" clId="{D7E81A9A-C38B-4FB6-9F22-CDF0EA613CE7}" dt="2026-07-04T21:40:04.310" v="3467" actId="20577"/>
          <ac:spMkLst>
            <pc:docMk/>
            <pc:sldMk cId="1786948776" sldId="1523"/>
            <ac:spMk id="7" creationId="{23F715A7-BE4E-A864-43E6-65693C7B1C7E}"/>
          </ac:spMkLst>
        </pc:spChg>
        <pc:spChg chg="add mod ord">
          <ac:chgData name="Ree Brown" userId="6019b95bd8a428af" providerId="LiveId" clId="{D7E81A9A-C38B-4FB6-9F22-CDF0EA613CE7}" dt="2026-07-04T21:40:10.410" v="3470" actId="21"/>
          <ac:spMkLst>
            <pc:docMk/>
            <pc:sldMk cId="1786948776" sldId="1523"/>
            <ac:spMk id="8" creationId="{D05021B1-ED87-0CCD-3868-31764681B3CF}"/>
          </ac:spMkLst>
        </pc:spChg>
      </pc:sldChg>
      <pc:sldChg chg="addSp delSp modSp new mod ord">
        <pc:chgData name="Ree Brown" userId="6019b95bd8a428af" providerId="LiveId" clId="{D7E81A9A-C38B-4FB6-9F22-CDF0EA613CE7}" dt="2026-07-05T17:27:37.515" v="9037" actId="20577"/>
        <pc:sldMkLst>
          <pc:docMk/>
          <pc:sldMk cId="3276058531" sldId="1524"/>
        </pc:sldMkLst>
        <pc:spChg chg="mod">
          <ac:chgData name="Ree Brown" userId="6019b95bd8a428af" providerId="LiveId" clId="{D7E81A9A-C38B-4FB6-9F22-CDF0EA613CE7}" dt="2026-07-05T15:30:23.584" v="5759" actId="20577"/>
          <ac:spMkLst>
            <pc:docMk/>
            <pc:sldMk cId="3276058531" sldId="1524"/>
            <ac:spMk id="2" creationId="{F1052758-8E91-A63A-19BF-5F4F47199D0B}"/>
          </ac:spMkLst>
        </pc:spChg>
        <pc:spChg chg="mod">
          <ac:chgData name="Ree Brown" userId="6019b95bd8a428af" providerId="LiveId" clId="{D7E81A9A-C38B-4FB6-9F22-CDF0EA613CE7}" dt="2026-07-05T17:27:37.515" v="9037" actId="20577"/>
          <ac:spMkLst>
            <pc:docMk/>
            <pc:sldMk cId="3276058531" sldId="1524"/>
            <ac:spMk id="3" creationId="{6FECB541-4D71-F004-E96F-2735D64FAC45}"/>
          </ac:spMkLst>
        </pc:spChg>
        <pc:spChg chg="add del mod">
          <ac:chgData name="Ree Brown" userId="6019b95bd8a428af" providerId="LiveId" clId="{D7E81A9A-C38B-4FB6-9F22-CDF0EA613CE7}" dt="2026-07-05T16:12:38.352" v="7910" actId="478"/>
          <ac:spMkLst>
            <pc:docMk/>
            <pc:sldMk cId="3276058531" sldId="1524"/>
            <ac:spMk id="4" creationId="{BA16B261-5ED2-F18C-E473-565C7DF03DC3}"/>
          </ac:spMkLst>
        </pc:spChg>
        <pc:spChg chg="add mod">
          <ac:chgData name="Ree Brown" userId="6019b95bd8a428af" providerId="LiveId" clId="{D7E81A9A-C38B-4FB6-9F22-CDF0EA613CE7}" dt="2026-07-05T16:12:30.679" v="7907" actId="1076"/>
          <ac:spMkLst>
            <pc:docMk/>
            <pc:sldMk cId="3276058531" sldId="1524"/>
            <ac:spMk id="5" creationId="{06E3DEAF-3771-A824-B77A-A17861FC3276}"/>
          </ac:spMkLst>
        </pc:spChg>
      </pc:sldChg>
      <pc:sldMasterChg chg="addSldLayout delSldLayout">
        <pc:chgData name="Ree Brown" userId="6019b95bd8a428af" providerId="LiveId" clId="{D7E81A9A-C38B-4FB6-9F22-CDF0EA613CE7}" dt="2026-07-05T14:38:58.048" v="3893" actId="2696"/>
        <pc:sldMasterMkLst>
          <pc:docMk/>
          <pc:sldMasterMk cId="87409089" sldId="2147483819"/>
        </pc:sldMasterMkLst>
        <pc:sldLayoutChg chg="del">
          <pc:chgData name="Ree Brown" userId="6019b95bd8a428af" providerId="LiveId" clId="{D7E81A9A-C38B-4FB6-9F22-CDF0EA613CE7}" dt="2026-07-04T20:47:21.296" v="1819" actId="47"/>
          <pc:sldLayoutMkLst>
            <pc:docMk/>
            <pc:sldMasterMk cId="87409089" sldId="2147483819"/>
            <pc:sldLayoutMk cId="3173120914" sldId="2147483840"/>
          </pc:sldLayoutMkLst>
        </pc:sldLayoutChg>
        <pc:sldLayoutChg chg="add del">
          <pc:chgData name="Ree Brown" userId="6019b95bd8a428af" providerId="LiveId" clId="{D7E81A9A-C38B-4FB6-9F22-CDF0EA613CE7}" dt="2026-07-04T20:47:34.709" v="1821" actId="2696"/>
          <pc:sldLayoutMkLst>
            <pc:docMk/>
            <pc:sldMasterMk cId="87409089" sldId="2147483819"/>
            <pc:sldLayoutMk cId="3752422834" sldId="2147483842"/>
          </pc:sldLayoutMkLst>
        </pc:sldLayoutChg>
        <pc:sldLayoutChg chg="del">
          <pc:chgData name="Ree Brown" userId="6019b95bd8a428af" providerId="LiveId" clId="{D7E81A9A-C38B-4FB6-9F22-CDF0EA613CE7}" dt="2026-07-04T20:54:23.488" v="1950" actId="2696"/>
          <pc:sldLayoutMkLst>
            <pc:docMk/>
            <pc:sldMasterMk cId="87409089" sldId="2147483819"/>
            <pc:sldLayoutMk cId="2233178094" sldId="2147483843"/>
          </pc:sldLayoutMkLst>
        </pc:sldLayoutChg>
        <pc:sldLayoutChg chg="del">
          <pc:chgData name="Ree Brown" userId="6019b95bd8a428af" providerId="LiveId" clId="{D7E81A9A-C38B-4FB6-9F22-CDF0EA613CE7}" dt="2026-07-05T14:38:58.048" v="3893" actId="2696"/>
          <pc:sldLayoutMkLst>
            <pc:docMk/>
            <pc:sldMasterMk cId="87409089" sldId="2147483819"/>
            <pc:sldLayoutMk cId="712854467" sldId="214748384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7/5/2026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7/5/2026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4509020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7194498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677570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0A5BC3-F280-874C-BA55-1A6C5B1523D3}" type="datetime1">
              <a:rPr lang="en-US" smtClean="0"/>
              <a:pPr/>
              <a:t>7/5/2026</a:t>
            </a:fld>
            <a:endParaRPr lang="en-US" dirty="0"/>
          </a:p>
        </p:txBody>
      </p:sp>
      <p:sp>
        <p:nvSpPr>
          <p:cNvPr id="6" name="Footer Placeholder 5"/>
          <p:cNvSpPr>
            <a:spLocks noGrp="1"/>
          </p:cNvSpPr>
          <p:nvPr>
            <p:ph type="ftr" sz="quarter" idx="11"/>
          </p:nvPr>
        </p:nvSpPr>
        <p:spPr/>
        <p:txBody>
          <a:bodyPr/>
          <a:lstStyle/>
          <a:p>
            <a:r>
              <a:rPr lang="en-US"/>
              <a:t>Growth marketing plan</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86404064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0A5BC3-F280-874C-BA55-1A6C5B1523D3}" type="datetime1">
              <a:rPr lang="en-US" smtClean="0"/>
              <a:pPr/>
              <a:t>7/5/2026</a:t>
            </a:fld>
            <a:endParaRPr lang="en-US" dirty="0"/>
          </a:p>
        </p:txBody>
      </p:sp>
      <p:sp>
        <p:nvSpPr>
          <p:cNvPr id="8" name="Footer Placeholder 7"/>
          <p:cNvSpPr>
            <a:spLocks noGrp="1"/>
          </p:cNvSpPr>
          <p:nvPr>
            <p:ph type="ftr" sz="quarter" idx="11"/>
          </p:nvPr>
        </p:nvSpPr>
        <p:spPr/>
        <p:txBody>
          <a:bodyPr/>
          <a:lstStyle/>
          <a:p>
            <a:r>
              <a:rPr lang="en-US"/>
              <a:t>Growth marketing plan</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1655442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E4692AA-1C89-D34D-9E81-E1A863B5BE18}" type="datetime1">
              <a:rPr lang="en-US" smtClean="0"/>
              <a:t>7/5/2026</a:t>
            </a:fld>
            <a:endParaRPr lang="en-US" dirty="0"/>
          </a:p>
        </p:txBody>
      </p:sp>
      <p:sp>
        <p:nvSpPr>
          <p:cNvPr id="5" name="Footer Placeholder 3"/>
          <p:cNvSpPr>
            <a:spLocks noGrp="1"/>
          </p:cNvSpPr>
          <p:nvPr>
            <p:ph type="ftr" sz="quarter" idx="11"/>
          </p:nvPr>
        </p:nvSpPr>
        <p:spPr/>
        <p:txBody>
          <a:bodyPr/>
          <a:lstStyle/>
          <a:p>
            <a:r>
              <a:rPr lang="en-US"/>
              <a:t>Growth marketing plan</a:t>
            </a:r>
            <a:endParaRPr lang="en-US" dirty="0"/>
          </a:p>
        </p:txBody>
      </p:sp>
      <p:sp>
        <p:nvSpPr>
          <p:cNvPr id="6" name="Slide Number Placeholder 4"/>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65901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D42A457-1E7D-C84D-ACA4-D60564856941}" type="datetime1">
              <a:rPr lang="en-US" smtClean="0"/>
              <a:t>7/5/2026</a:t>
            </a:fld>
            <a:endParaRPr lang="en-US" dirty="0"/>
          </a:p>
        </p:txBody>
      </p:sp>
      <p:sp>
        <p:nvSpPr>
          <p:cNvPr id="5" name="Footer Placeholder 2"/>
          <p:cNvSpPr>
            <a:spLocks noGrp="1"/>
          </p:cNvSpPr>
          <p:nvPr>
            <p:ph type="ftr" sz="quarter" idx="11"/>
          </p:nvPr>
        </p:nvSpPr>
        <p:spPr/>
        <p:txBody>
          <a:bodyPr/>
          <a:lstStyle/>
          <a:p>
            <a:r>
              <a:rPr lang="en-US"/>
              <a:t>Growth marketing plan</a:t>
            </a:r>
            <a:endParaRPr lang="en-US" dirty="0"/>
          </a:p>
        </p:txBody>
      </p:sp>
      <p:sp>
        <p:nvSpPr>
          <p:cNvPr id="6" name="Slide Number Placeholder 3"/>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87402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C971255-8A2A-504E-AE57-51186F2E75A8}" type="datetime1">
              <a:rPr lang="en-US" smtClean="0"/>
              <a:t>7/5/2026</a:t>
            </a:fld>
            <a:endParaRPr lang="en-US" dirty="0"/>
          </a:p>
        </p:txBody>
      </p:sp>
      <p:sp>
        <p:nvSpPr>
          <p:cNvPr id="5" name="Footer Placeholder 5"/>
          <p:cNvSpPr>
            <a:spLocks noGrp="1"/>
          </p:cNvSpPr>
          <p:nvPr>
            <p:ph type="ftr" sz="quarter" idx="11"/>
          </p:nvPr>
        </p:nvSpPr>
        <p:spPr/>
        <p:txBody>
          <a:bodyPr/>
          <a:lstStyle/>
          <a:p>
            <a:r>
              <a:rPr lang="en-US"/>
              <a:t>Growth marketing plan</a:t>
            </a:r>
            <a:endParaRPr lang="en-US" dirty="0"/>
          </a:p>
        </p:txBody>
      </p:sp>
      <p:sp>
        <p:nvSpPr>
          <p:cNvPr id="6"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86017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590A0A-7008-8A4A-B23F-5951DF641DB9}" type="datetime1">
              <a:rPr lang="en-US" smtClean="0"/>
              <a:t>7/5/2026</a:t>
            </a:fld>
            <a:endParaRPr lang="en-US" dirty="0"/>
          </a:p>
        </p:txBody>
      </p:sp>
      <p:sp>
        <p:nvSpPr>
          <p:cNvPr id="6" name="Footer Placeholder 5"/>
          <p:cNvSpPr>
            <a:spLocks noGrp="1"/>
          </p:cNvSpPr>
          <p:nvPr>
            <p:ph type="ftr" sz="quarter" idx="11"/>
          </p:nvPr>
        </p:nvSpPr>
        <p:spPr/>
        <p:txBody>
          <a:bodyPr/>
          <a:lstStyle/>
          <a:p>
            <a:r>
              <a:rPr lang="en-US"/>
              <a:t>Growth marketing plan</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67566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0A5BC3-F280-874C-BA55-1A6C5B1523D3}" type="datetime1">
              <a:rPr lang="en-US" smtClean="0"/>
              <a:pPr/>
              <a:t>7/5/2026</a:t>
            </a:fld>
            <a:endParaRPr lang="en-US" dirty="0"/>
          </a:p>
        </p:txBody>
      </p:sp>
      <p:sp>
        <p:nvSpPr>
          <p:cNvPr id="6" name="Footer Placeholder 5"/>
          <p:cNvSpPr>
            <a:spLocks noGrp="1"/>
          </p:cNvSpPr>
          <p:nvPr>
            <p:ph type="ftr" sz="quarter" idx="11"/>
          </p:nvPr>
        </p:nvSpPr>
        <p:spPr/>
        <p:txBody>
          <a:bodyPr/>
          <a:lstStyle/>
          <a:p>
            <a:r>
              <a:rPr lang="en-US"/>
              <a:t>Growth marketing plan</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824239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131746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7713613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682884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4"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2542025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4"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7800673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4437140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8937094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7343" y="1001716"/>
            <a:ext cx="4305184" cy="755658"/>
          </a:xfrm>
        </p:spPr>
        <p:txBody>
          <a:bodyPr anchor="t">
            <a:normAutofit/>
          </a:bodyPr>
          <a:lstStyle>
            <a:lvl1pPr>
              <a:defRPr sz="3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57343" y="2138373"/>
            <a:ext cx="4331151" cy="4084627"/>
          </a:xfrm>
        </p:spPr>
        <p:txBody>
          <a:bodyPr>
            <a:normAutofit/>
          </a:bodyPr>
          <a:lstStyle>
            <a:lvl1pPr marL="457200" indent="-457200">
              <a:lnSpc>
                <a:spcPct val="90000"/>
              </a:lnSpc>
              <a:buFont typeface="+mj-lt"/>
              <a:buAutoNum type="arabicPeriod"/>
              <a:defRPr sz="1800"/>
            </a:lvl1pPr>
            <a:lvl2pPr marL="571500" indent="-342900">
              <a:lnSpc>
                <a:spcPct val="90000"/>
              </a:lnSpc>
              <a:buFont typeface="+mj-lt"/>
              <a:buAutoNum type="arabicPeriod"/>
              <a:defRPr sz="1800"/>
            </a:lvl2pPr>
            <a:lvl3pPr marL="800100" indent="-342900">
              <a:lnSpc>
                <a:spcPct val="90000"/>
              </a:lnSpc>
              <a:buFont typeface="+mj-lt"/>
              <a:buAutoNum type="arabicPeriod"/>
              <a:defRPr sz="1800"/>
            </a:lvl3pPr>
            <a:lvl4pPr marL="1028700" indent="-342900">
              <a:lnSpc>
                <a:spcPct val="90000"/>
              </a:lnSpc>
              <a:buFont typeface="+mj-lt"/>
              <a:buAutoNum type="arabicPeriod"/>
              <a:defRPr sz="1800"/>
            </a:lvl4pPr>
            <a:lvl5pPr>
              <a:lnSpc>
                <a:spcPct val="90000"/>
              </a:lnSpc>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1" name="Rectangle 100">
            <a:extLst>
              <a:ext uri="{FF2B5EF4-FFF2-40B4-BE49-F238E27FC236}">
                <a16:creationId xmlns:a16="http://schemas.microsoft.com/office/drawing/2014/main" id="{E65F00CF-7379-A045-910C-C8066878311E}"/>
              </a:ext>
            </a:extLst>
          </p:cNvPr>
          <p:cNvSpPr/>
          <p:nvPr userDrawn="1"/>
        </p:nvSpPr>
        <p:spPr>
          <a:xfrm>
            <a:off x="5821680" y="634999"/>
            <a:ext cx="63703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Picture Placeholder 34">
            <a:extLst>
              <a:ext uri="{FF2B5EF4-FFF2-40B4-BE49-F238E27FC236}">
                <a16:creationId xmlns:a16="http://schemas.microsoft.com/office/drawing/2014/main" id="{8E8E9733-3F6B-B96D-7402-8479FE56307A}"/>
              </a:ext>
            </a:extLst>
          </p:cNvPr>
          <p:cNvSpPr>
            <a:spLocks noGrp="1"/>
          </p:cNvSpPr>
          <p:nvPr>
            <p:ph type="pic" sz="quarter" idx="15"/>
          </p:nvPr>
        </p:nvSpPr>
        <p:spPr>
          <a:xfrm>
            <a:off x="6263639" y="1493440"/>
            <a:ext cx="5486400" cy="386791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0DEB9912-DA83-3943-A195-65BA8C060432}" type="datetime1">
              <a:rPr lang="en-US" smtClean="0"/>
              <a:t>7/5/2026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134511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81759"/>
            <a:ext cx="4328497" cy="4841241"/>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10" y="1381759"/>
            <a:ext cx="5652469" cy="48412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C184B29-56AA-9C42-ADF3-4AB1EB6F403E}" type="datetime1">
              <a:rPr lang="en-US" smtClean="0"/>
              <a:t>7/5/2026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458171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3907" y="1001715"/>
            <a:ext cx="4714998" cy="74676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29475"/>
            <a:ext cx="4714106" cy="4179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ectangle 10">
            <a:extLst>
              <a:ext uri="{FF2B5EF4-FFF2-40B4-BE49-F238E27FC236}">
                <a16:creationId xmlns:a16="http://schemas.microsoft.com/office/drawing/2014/main" id="{65C0C886-859A-5158-F0E8-00B1BFC415AF}"/>
              </a:ext>
            </a:extLst>
          </p:cNvPr>
          <p:cNvSpPr/>
          <p:nvPr userDrawn="1"/>
        </p:nvSpPr>
        <p:spPr>
          <a:xfrm>
            <a:off x="5821686" y="0"/>
            <a:ext cx="5736284" cy="6857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9">
            <a:extLst>
              <a:ext uri="{FF2B5EF4-FFF2-40B4-BE49-F238E27FC236}">
                <a16:creationId xmlns:a16="http://schemas.microsoft.com/office/drawing/2014/main" id="{EDCEE0A2-7709-B62C-92B2-F79288C22CBB}"/>
              </a:ext>
            </a:extLst>
          </p:cNvPr>
          <p:cNvSpPr>
            <a:spLocks noGrp="1"/>
          </p:cNvSpPr>
          <p:nvPr>
            <p:ph type="pic" sz="quarter" idx="15"/>
          </p:nvPr>
        </p:nvSpPr>
        <p:spPr>
          <a:xfrm>
            <a:off x="6755872" y="736601"/>
            <a:ext cx="3867912" cy="5486400"/>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E2AAE019-E83D-CB42-A578-B360638D96E4}"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67136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1010613"/>
            <a:ext cx="10945316" cy="746761"/>
          </a:xfrm>
        </p:spPr>
        <p:txBody>
          <a:body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34030" y="2138374"/>
            <a:ext cx="5266090" cy="408462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291886" y="2138374"/>
            <a:ext cx="5266078" cy="408462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F1578D-94A7-9E43-82B8-AAFA272825E2}"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305312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0898EF3F-C42B-37EE-D18B-8185C8F12113}"/>
              </a:ext>
            </a:extLst>
          </p:cNvPr>
          <p:cNvSpPr>
            <a:spLocks noGrp="1"/>
          </p:cNvSpPr>
          <p:nvPr>
            <p:ph sz="quarter" idx="13" hasCustomPrompt="1"/>
          </p:nvPr>
        </p:nvSpPr>
        <p:spPr>
          <a:xfrm>
            <a:off x="634030" y="1929384"/>
            <a:ext cx="8266176" cy="4142232"/>
          </a:xfrm>
        </p:spPr>
        <p:txBody>
          <a:bodyPr anchor="b">
            <a:noAutofit/>
          </a:bodyPr>
          <a:lstStyle>
            <a:lvl1pPr marL="0" indent="0">
              <a:lnSpc>
                <a:spcPct val="90000"/>
              </a:lnSpc>
              <a:buNone/>
              <a:defRPr sz="4800" b="1" i="0">
                <a:latin typeface="+mn-lt"/>
              </a:defRPr>
            </a:lvl1pPr>
            <a:lvl2pPr marL="228600" indent="0">
              <a:lnSpc>
                <a:spcPct val="90000"/>
              </a:lnSpc>
              <a:buNone/>
              <a:defRPr sz="4800" b="1" i="0">
                <a:latin typeface="+mn-lt"/>
              </a:defRPr>
            </a:lvl2pPr>
            <a:lvl3pPr marL="457200" indent="0">
              <a:lnSpc>
                <a:spcPct val="90000"/>
              </a:lnSpc>
              <a:buNone/>
              <a:defRPr sz="4800" b="1" i="0">
                <a:latin typeface="+mn-lt"/>
              </a:defRPr>
            </a:lvl3pPr>
            <a:lvl4pPr marL="685800" indent="0">
              <a:lnSpc>
                <a:spcPct val="90000"/>
              </a:lnSpc>
              <a:buNone/>
              <a:defRPr sz="4800" b="1" i="0">
                <a:latin typeface="+mn-lt"/>
              </a:defRPr>
            </a:lvl4pPr>
            <a:lvl5pPr marL="914400" indent="0">
              <a:lnSpc>
                <a:spcPct val="90000"/>
              </a:lnSpc>
              <a:buNone/>
              <a:defRPr sz="4800" b="1" i="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AB7ADF8E-C5F8-B94D-B79F-BB5E05403220}" type="datetime1">
              <a:rPr lang="en-US" smtClean="0"/>
              <a:t>7/5/2026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524228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Quot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634999"/>
            <a:ext cx="10923934" cy="375615"/>
          </a:xfrm>
        </p:spPr>
        <p:txBody>
          <a:bodyPr anchor="t">
            <a:noAutofit/>
          </a:bodyPr>
          <a:lstStyle>
            <a:lvl1pPr>
              <a:lnSpc>
                <a:spcPct val="120000"/>
              </a:lnSpc>
              <a:defRPr sz="1800" b="1" i="0">
                <a:solidFill>
                  <a:schemeClr val="accent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1748474"/>
            <a:ext cx="10923934" cy="4474526"/>
          </a:xfrm>
        </p:spPr>
        <p:txBody>
          <a:bodyPr anchor="b">
            <a:normAutofit/>
          </a:bodyPr>
          <a:lstStyle>
            <a:lvl1pPr marL="0" indent="0">
              <a:lnSpc>
                <a:spcPct val="90000"/>
              </a:lnSpc>
              <a:spcBef>
                <a:spcPts val="0"/>
              </a:spcBef>
              <a:buNone/>
              <a:defRPr sz="3600" b="1" i="0">
                <a:solidFill>
                  <a:schemeClr val="accent1"/>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33EAEBE-CA61-5040-850D-8DDBD3B263E9}" type="datetime1">
              <a:rPr lang="en-US" smtClean="0"/>
              <a:t>7/5/2026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977561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clusion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73816"/>
            <a:ext cx="4704473" cy="2607950"/>
          </a:xfrm>
        </p:spPr>
        <p:txBody>
          <a:bodyPr anchor="b">
            <a:noAutofit/>
          </a:bodyPr>
          <a:lstStyle>
            <a:lvl1pPr>
              <a:defRPr sz="3600">
                <a:solidFill>
                  <a:schemeClr val="accent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9" y="4362766"/>
            <a:ext cx="4704473" cy="1860234"/>
          </a:xfrm>
        </p:spPr>
        <p:txBody>
          <a:bodyPr>
            <a:noAutofit/>
          </a:bodyPr>
          <a:lstStyle>
            <a:lvl1pPr marL="0" indent="0">
              <a:buNone/>
              <a:defRPr sz="1800" b="1" i="0">
                <a:solidFill>
                  <a:schemeClr val="accent2"/>
                </a:solidFill>
                <a:latin typeface="+mn-lt"/>
              </a:defRPr>
            </a:lvl1pPr>
            <a:lvl2pPr marL="228600" indent="0">
              <a:buNone/>
              <a:defRPr sz="1800" b="1" i="0">
                <a:solidFill>
                  <a:schemeClr val="accent2"/>
                </a:solidFill>
                <a:latin typeface="+mn-lt"/>
              </a:defRPr>
            </a:lvl2pPr>
            <a:lvl3pPr marL="457200" indent="0">
              <a:buNone/>
              <a:defRPr sz="1800" b="1" i="0">
                <a:solidFill>
                  <a:schemeClr val="accent2"/>
                </a:solidFill>
                <a:latin typeface="+mn-lt"/>
              </a:defRPr>
            </a:lvl3pPr>
            <a:lvl4pPr marL="685800" indent="0">
              <a:buNone/>
              <a:defRPr sz="1800" b="1" i="0">
                <a:solidFill>
                  <a:schemeClr val="accent2"/>
                </a:solidFill>
                <a:latin typeface="+mn-lt"/>
              </a:defRPr>
            </a:lvl4pPr>
            <a:lvl5pPr marL="914400" indent="0">
              <a:buNone/>
              <a:defRPr sz="1800" b="1" i="0">
                <a:solidFill>
                  <a:schemeClr val="accent2"/>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6914D02D-3DC0-C54F-AF94-CB2AA6AB0D37}" type="datetime1">
              <a:rPr lang="en-US" smtClean="0"/>
              <a:pPr/>
              <a:t>7/5/2026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Freeform 2">
            <a:extLst>
              <a:ext uri="{FF2B5EF4-FFF2-40B4-BE49-F238E27FC236}">
                <a16:creationId xmlns:a16="http://schemas.microsoft.com/office/drawing/2014/main" id="{FE1A7A48-EC1B-2BD5-026A-AEDC4C01FC96}"/>
              </a:ext>
            </a:extLst>
          </p:cNvPr>
          <p:cNvSpPr/>
          <p:nvPr userDrawn="1"/>
        </p:nvSpPr>
        <p:spPr>
          <a:xfrm>
            <a:off x="5821681" y="1"/>
            <a:ext cx="6370318" cy="6223000"/>
          </a:xfrm>
          <a:custGeom>
            <a:avLst/>
            <a:gdLst>
              <a:gd name="connsiteX0" fmla="*/ 3185158 w 6370318"/>
              <a:gd name="connsiteY0" fmla="*/ 991383 h 6223000"/>
              <a:gd name="connsiteX1" fmla="*/ 974138 w 6370318"/>
              <a:gd name="connsiteY1" fmla="*/ 2448125 h 6223000"/>
              <a:gd name="connsiteX2" fmla="*/ 3185158 w 6370318"/>
              <a:gd name="connsiteY2" fmla="*/ 3904867 h 6223000"/>
              <a:gd name="connsiteX3" fmla="*/ 5396178 w 6370318"/>
              <a:gd name="connsiteY3" fmla="*/ 2448125 h 6223000"/>
              <a:gd name="connsiteX4" fmla="*/ 3185158 w 6370318"/>
              <a:gd name="connsiteY4" fmla="*/ 991383 h 6223000"/>
              <a:gd name="connsiteX5" fmla="*/ 0 w 6370318"/>
              <a:gd name="connsiteY5" fmla="*/ 0 h 6223000"/>
              <a:gd name="connsiteX6" fmla="*/ 6370318 w 6370318"/>
              <a:gd name="connsiteY6" fmla="*/ 0 h 6223000"/>
              <a:gd name="connsiteX7" fmla="*/ 6370318 w 6370318"/>
              <a:gd name="connsiteY7" fmla="*/ 6223000 h 6223000"/>
              <a:gd name="connsiteX8" fmla="*/ 5395766 w 6370318"/>
              <a:gd name="connsiteY8" fmla="*/ 6223000 h 6223000"/>
              <a:gd name="connsiteX9" fmla="*/ 5384828 w 6370318"/>
              <a:gd name="connsiteY9" fmla="*/ 6176026 h 6223000"/>
              <a:gd name="connsiteX10" fmla="*/ 3195791 w 6370318"/>
              <a:gd name="connsiteY10" fmla="*/ 5746683 h 6223000"/>
              <a:gd name="connsiteX11" fmla="*/ 5396178 w 6370318"/>
              <a:gd name="connsiteY11" fmla="*/ 4825797 h 6223000"/>
              <a:gd name="connsiteX12" fmla="*/ 3185158 w 6370318"/>
              <a:gd name="connsiteY12" fmla="*/ 3904906 h 6223000"/>
              <a:gd name="connsiteX13" fmla="*/ 974138 w 6370318"/>
              <a:gd name="connsiteY13" fmla="*/ 4825797 h 6223000"/>
              <a:gd name="connsiteX14" fmla="*/ 3174524 w 6370318"/>
              <a:gd name="connsiteY14" fmla="*/ 5746683 h 6223000"/>
              <a:gd name="connsiteX15" fmla="*/ 985488 w 6370318"/>
              <a:gd name="connsiteY15" fmla="*/ 6176026 h 6223000"/>
              <a:gd name="connsiteX16" fmla="*/ 974550 w 6370318"/>
              <a:gd name="connsiteY16" fmla="*/ 6223000 h 6223000"/>
              <a:gd name="connsiteX17" fmla="*/ 0 w 6370318"/>
              <a:gd name="connsiteY17" fmla="*/ 6223000 h 622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70318" h="6223000">
                <a:moveTo>
                  <a:pt x="3185158" y="991383"/>
                </a:moveTo>
                <a:cubicBezTo>
                  <a:pt x="1964046" y="991383"/>
                  <a:pt x="974138" y="1643590"/>
                  <a:pt x="974138" y="2448125"/>
                </a:cubicBezTo>
                <a:cubicBezTo>
                  <a:pt x="974138" y="3252659"/>
                  <a:pt x="1964046" y="3904867"/>
                  <a:pt x="3185158" y="3904867"/>
                </a:cubicBezTo>
                <a:cubicBezTo>
                  <a:pt x="4406270" y="3904867"/>
                  <a:pt x="5396178" y="3252659"/>
                  <a:pt x="5396178" y="2448125"/>
                </a:cubicBezTo>
                <a:cubicBezTo>
                  <a:pt x="5396178" y="1643590"/>
                  <a:pt x="4406270" y="991383"/>
                  <a:pt x="3185158" y="991383"/>
                </a:cubicBezTo>
                <a:close/>
                <a:moveTo>
                  <a:pt x="0" y="0"/>
                </a:moveTo>
                <a:lnTo>
                  <a:pt x="6370318" y="0"/>
                </a:lnTo>
                <a:lnTo>
                  <a:pt x="6370318" y="6223000"/>
                </a:lnTo>
                <a:lnTo>
                  <a:pt x="5395766" y="6223000"/>
                </a:lnTo>
                <a:lnTo>
                  <a:pt x="5384828" y="6176026"/>
                </a:lnTo>
                <a:cubicBezTo>
                  <a:pt x="5272251" y="5935624"/>
                  <a:pt x="4336001" y="5747839"/>
                  <a:pt x="3195791" y="5746683"/>
                </a:cubicBezTo>
                <a:cubicBezTo>
                  <a:pt x="4412015" y="5744294"/>
                  <a:pt x="5396178" y="5332915"/>
                  <a:pt x="5396178" y="4825797"/>
                </a:cubicBezTo>
                <a:cubicBezTo>
                  <a:pt x="5396178" y="4317207"/>
                  <a:pt x="4406270" y="3904906"/>
                  <a:pt x="3185158" y="3904906"/>
                </a:cubicBezTo>
                <a:cubicBezTo>
                  <a:pt x="1964046" y="3904906"/>
                  <a:pt x="974138" y="4317207"/>
                  <a:pt x="974138" y="4825797"/>
                </a:cubicBezTo>
                <a:cubicBezTo>
                  <a:pt x="974138" y="5332915"/>
                  <a:pt x="1958301" y="5744294"/>
                  <a:pt x="3174524" y="5746683"/>
                </a:cubicBezTo>
                <a:cubicBezTo>
                  <a:pt x="2034315" y="5747839"/>
                  <a:pt x="1098065" y="5935624"/>
                  <a:pt x="985488" y="6176026"/>
                </a:cubicBezTo>
                <a:lnTo>
                  <a:pt x="974550" y="6223000"/>
                </a:lnTo>
                <a:lnTo>
                  <a:pt x="0" y="622300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34426290"/>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9478" y="632192"/>
            <a:ext cx="4328486" cy="3727766"/>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9477" y="4728526"/>
            <a:ext cx="4328487" cy="14944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CEC1856D-4088-6C7C-747C-BFC6B595D2C7}"/>
              </a:ext>
            </a:extLst>
          </p:cNvPr>
          <p:cNvSpPr/>
          <p:nvPr userDrawn="1"/>
        </p:nvSpPr>
        <p:spPr>
          <a:xfrm>
            <a:off x="634036" y="634999"/>
            <a:ext cx="5736284"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Picture Placeholder 86">
            <a:extLst>
              <a:ext uri="{FF2B5EF4-FFF2-40B4-BE49-F238E27FC236}">
                <a16:creationId xmlns:a16="http://schemas.microsoft.com/office/drawing/2014/main" id="{4C2DEE60-7B9C-F5F8-C631-1BBA2E094FEC}"/>
              </a:ext>
            </a:extLst>
          </p:cNvPr>
          <p:cNvSpPr>
            <a:spLocks noGrp="1"/>
          </p:cNvSpPr>
          <p:nvPr>
            <p:ph type="pic" sz="quarter" idx="15"/>
          </p:nvPr>
        </p:nvSpPr>
        <p:spPr>
          <a:xfrm>
            <a:off x="1137514"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52DEFB05-7E9F-904D-9899-4BFD23D31172}" type="datetime1">
              <a:rPr lang="en-US" smtClean="0"/>
              <a:t>7/5/2026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224322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9"/>
            <a:ext cx="4328068" cy="3346768"/>
          </a:xfrm>
        </p:spPr>
        <p:txBody>
          <a:bodyPr anchor="t">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4728526"/>
            <a:ext cx="4328068" cy="14944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Rectangle 3">
            <a:extLst>
              <a:ext uri="{FF2B5EF4-FFF2-40B4-BE49-F238E27FC236}">
                <a16:creationId xmlns:a16="http://schemas.microsoft.com/office/drawing/2014/main" id="{5C1AD1B2-D3AF-262A-9F39-408298341F3B}"/>
              </a:ext>
            </a:extLst>
          </p:cNvPr>
          <p:cNvSpPr/>
          <p:nvPr userDrawn="1"/>
        </p:nvSpPr>
        <p:spPr>
          <a:xfrm>
            <a:off x="5821681" y="634999"/>
            <a:ext cx="5736284"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86">
            <a:extLst>
              <a:ext uri="{FF2B5EF4-FFF2-40B4-BE49-F238E27FC236}">
                <a16:creationId xmlns:a16="http://schemas.microsoft.com/office/drawing/2014/main" id="{84DED33C-5879-E539-4CEC-E4EBF6E3309B}"/>
              </a:ext>
            </a:extLst>
          </p:cNvPr>
          <p:cNvSpPr>
            <a:spLocks noGrp="1"/>
          </p:cNvSpPr>
          <p:nvPr>
            <p:ph type="pic" sz="quarter" idx="17"/>
          </p:nvPr>
        </p:nvSpPr>
        <p:spPr>
          <a:xfrm>
            <a:off x="6325159"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253768E5-88AD-F345-813B-E822455F98B0}" type="datetime1">
              <a:rPr lang="en-US" smtClean="0"/>
              <a:t>7/5/2026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dirty="0"/>
              <a:t>Growth marketing plan</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872996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001716"/>
            <a:ext cx="4663440" cy="1503374"/>
          </a:xfrm>
        </p:spPr>
        <p:txBody>
          <a:bodyPr anchor="b">
            <a:normAutofit/>
          </a:bodyPr>
          <a:lstStyle>
            <a:lvl1pPr>
              <a:defRPr sz="3600"/>
            </a:lvl1pPr>
          </a:lstStyle>
          <a:p>
            <a:r>
              <a:rPr lang="en-US"/>
              <a:t>Click to edit Master title style</a:t>
            </a:r>
            <a:endParaRPr lang="en-US" dirty="0"/>
          </a:p>
        </p:txBody>
      </p:sp>
      <p:sp>
        <p:nvSpPr>
          <p:cNvPr id="6" name="Rectangle 5">
            <a:extLst>
              <a:ext uri="{FF2B5EF4-FFF2-40B4-BE49-F238E27FC236}">
                <a16:creationId xmlns:a16="http://schemas.microsoft.com/office/drawing/2014/main" id="{78BB3D62-CDA4-76D5-336B-27C0EC9C46CE}"/>
              </a:ext>
            </a:extLst>
          </p:cNvPr>
          <p:cNvSpPr/>
          <p:nvPr userDrawn="1"/>
        </p:nvSpPr>
        <p:spPr>
          <a:xfrm>
            <a:off x="0" y="634999"/>
            <a:ext cx="63703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34">
            <a:extLst>
              <a:ext uri="{FF2B5EF4-FFF2-40B4-BE49-F238E27FC236}">
                <a16:creationId xmlns:a16="http://schemas.microsoft.com/office/drawing/2014/main" id="{889B4C2F-1506-76B3-8948-1B68AC994F09}"/>
              </a:ext>
            </a:extLst>
          </p:cNvPr>
          <p:cNvSpPr>
            <a:spLocks noGrp="1"/>
          </p:cNvSpPr>
          <p:nvPr>
            <p:ph type="pic" sz="quarter" idx="15"/>
          </p:nvPr>
        </p:nvSpPr>
        <p:spPr>
          <a:xfrm>
            <a:off x="441959" y="1493440"/>
            <a:ext cx="5486400" cy="386791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86088"/>
            <a:ext cx="4663440" cy="3336912"/>
          </a:xfrm>
        </p:spPr>
        <p:txBody>
          <a:bodyPr>
            <a:normAutofit/>
          </a:bodyPr>
          <a:lstStyle>
            <a:lvl1pPr marL="457200" indent="-457200">
              <a:buFont typeface="+mj-lt"/>
              <a:buAutoNum type="arabicPeriod"/>
              <a:defRPr sz="1600"/>
            </a:lvl1pPr>
            <a:lvl2pPr marL="571500" indent="-3429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F157801D-503B-EF46-ADEC-5C959CCCA979}" type="datetime1">
              <a:rPr lang="en-US" smtClean="0"/>
              <a:t>7/5/2026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082266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8911" y="634998"/>
            <a:ext cx="6209053" cy="1056641"/>
          </a:xfrm>
        </p:spPr>
        <p:txBody>
          <a:bodyPr anchor="b"/>
          <a:lstStyle/>
          <a:p>
            <a:r>
              <a:rPr lang="en-US"/>
              <a:t>Click to edit Master title style</a:t>
            </a:r>
            <a:endParaRPr lang="en-US" dirty="0"/>
          </a:p>
        </p:txBody>
      </p:sp>
      <p:sp>
        <p:nvSpPr>
          <p:cNvPr id="3" name="Rectangle 2">
            <a:extLst>
              <a:ext uri="{FF2B5EF4-FFF2-40B4-BE49-F238E27FC236}">
                <a16:creationId xmlns:a16="http://schemas.microsoft.com/office/drawing/2014/main" id="{385C3C84-2445-A196-7F5F-258A70EC2DB8}"/>
              </a:ext>
            </a:extLst>
          </p:cNvPr>
          <p:cNvSpPr/>
          <p:nvPr userDrawn="1"/>
        </p:nvSpPr>
        <p:spPr>
          <a:xfrm>
            <a:off x="0" y="0"/>
            <a:ext cx="4791456" cy="6857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9">
            <a:extLst>
              <a:ext uri="{FF2B5EF4-FFF2-40B4-BE49-F238E27FC236}">
                <a16:creationId xmlns:a16="http://schemas.microsoft.com/office/drawing/2014/main" id="{E8E21C7C-0CD1-5AAF-6BBD-63E495FF2552}"/>
              </a:ext>
            </a:extLst>
          </p:cNvPr>
          <p:cNvSpPr>
            <a:spLocks noGrp="1"/>
          </p:cNvSpPr>
          <p:nvPr>
            <p:ph type="pic" sz="quarter" idx="18"/>
          </p:nvPr>
        </p:nvSpPr>
        <p:spPr>
          <a:xfrm>
            <a:off x="461772" y="736601"/>
            <a:ext cx="3867912" cy="5486400"/>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8911" y="2129475"/>
            <a:ext cx="6209053" cy="40935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CB74803-9A2C-034F-B1A1-F6470E6CA660}" type="datetime1">
              <a:rPr lang="en-US" smtClean="0"/>
              <a:t>7/5/2026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Growth marketing plan</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831703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8"/>
            <a:ext cx="6209065" cy="1098299"/>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129475"/>
            <a:ext cx="6209066" cy="40935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ectangle 2">
            <a:extLst>
              <a:ext uri="{FF2B5EF4-FFF2-40B4-BE49-F238E27FC236}">
                <a16:creationId xmlns:a16="http://schemas.microsoft.com/office/drawing/2014/main" id="{E4FE2F9A-59A2-7E9F-464F-7A36143AEF3C}"/>
              </a:ext>
            </a:extLst>
          </p:cNvPr>
          <p:cNvSpPr/>
          <p:nvPr userDrawn="1"/>
        </p:nvSpPr>
        <p:spPr>
          <a:xfrm>
            <a:off x="7395223" y="0"/>
            <a:ext cx="4791456" cy="6857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9">
            <a:extLst>
              <a:ext uri="{FF2B5EF4-FFF2-40B4-BE49-F238E27FC236}">
                <a16:creationId xmlns:a16="http://schemas.microsoft.com/office/drawing/2014/main" id="{B460171E-C624-E466-975C-D2BE23155D5C}"/>
              </a:ext>
            </a:extLst>
          </p:cNvPr>
          <p:cNvSpPr>
            <a:spLocks noGrp="1"/>
          </p:cNvSpPr>
          <p:nvPr>
            <p:ph type="pic" sz="quarter" idx="18"/>
          </p:nvPr>
        </p:nvSpPr>
        <p:spPr>
          <a:xfrm>
            <a:off x="7856995" y="736601"/>
            <a:ext cx="3867912" cy="5486400"/>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71D3B9E8-F3C1-6446-B37C-65190666CE5C}" type="datetime1">
              <a:rPr lang="en-US" smtClean="0"/>
              <a:t>7/5/2026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dirty="0"/>
              <a:t>Growth marketing plan</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690971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6" y="634999"/>
            <a:ext cx="6595437" cy="1116046"/>
          </a:xfrm>
        </p:spPr>
        <p:txBody>
          <a:bodyPr anchor="b"/>
          <a:lstStyle/>
          <a:p>
            <a:r>
              <a:rPr lang="en-US"/>
              <a:t>Click to edit Master title style</a:t>
            </a:r>
            <a:endParaRPr lang="en-US" dirty="0"/>
          </a:p>
        </p:txBody>
      </p:sp>
      <p:sp>
        <p:nvSpPr>
          <p:cNvPr id="5" name="Rectangle 4">
            <a:extLst>
              <a:ext uri="{FF2B5EF4-FFF2-40B4-BE49-F238E27FC236}">
                <a16:creationId xmlns:a16="http://schemas.microsoft.com/office/drawing/2014/main" id="{91983495-936E-09A0-8CE3-E436C7809CBB}"/>
              </a:ext>
            </a:extLst>
          </p:cNvPr>
          <p:cNvSpPr/>
          <p:nvPr userDrawn="1"/>
        </p:nvSpPr>
        <p:spPr>
          <a:xfrm>
            <a:off x="0" y="634999"/>
            <a:ext cx="4023360" cy="5588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9">
            <a:extLst>
              <a:ext uri="{FF2B5EF4-FFF2-40B4-BE49-F238E27FC236}">
                <a16:creationId xmlns:a16="http://schemas.microsoft.com/office/drawing/2014/main" id="{2A8DBB29-ED35-445B-4F04-9E61708B9E2E}"/>
              </a:ext>
            </a:extLst>
          </p:cNvPr>
          <p:cNvSpPr>
            <a:spLocks noGrp="1"/>
          </p:cNvSpPr>
          <p:nvPr>
            <p:ph type="pic" sz="quarter" idx="18"/>
          </p:nvPr>
        </p:nvSpPr>
        <p:spPr>
          <a:xfrm>
            <a:off x="461771" y="1215611"/>
            <a:ext cx="3120877" cy="4426776"/>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6" y="2126905"/>
            <a:ext cx="6595437" cy="4096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C94DBE0E-BA63-894B-AD67-B5534C763ECE}" type="datetime1">
              <a:rPr lang="en-US" smtClean="0"/>
              <a:t>7/5/2026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Growth marketing plan</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798775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9"/>
            <a:ext cx="6836617" cy="1073601"/>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9" y="2129474"/>
            <a:ext cx="6823674" cy="4093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ectangle 2">
            <a:extLst>
              <a:ext uri="{FF2B5EF4-FFF2-40B4-BE49-F238E27FC236}">
                <a16:creationId xmlns:a16="http://schemas.microsoft.com/office/drawing/2014/main" id="{5F4A0309-D065-CD9D-2479-AD56597FB81F}"/>
              </a:ext>
            </a:extLst>
          </p:cNvPr>
          <p:cNvSpPr/>
          <p:nvPr userDrawn="1"/>
        </p:nvSpPr>
        <p:spPr>
          <a:xfrm>
            <a:off x="8168640" y="634999"/>
            <a:ext cx="4023360" cy="5588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9">
            <a:extLst>
              <a:ext uri="{FF2B5EF4-FFF2-40B4-BE49-F238E27FC236}">
                <a16:creationId xmlns:a16="http://schemas.microsoft.com/office/drawing/2014/main" id="{FD96658A-D342-DC0B-8552-B2E331453254}"/>
              </a:ext>
            </a:extLst>
          </p:cNvPr>
          <p:cNvSpPr>
            <a:spLocks noGrp="1"/>
          </p:cNvSpPr>
          <p:nvPr>
            <p:ph type="pic" sz="quarter" idx="18"/>
          </p:nvPr>
        </p:nvSpPr>
        <p:spPr>
          <a:xfrm>
            <a:off x="8630411" y="1215611"/>
            <a:ext cx="3120877" cy="4426776"/>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998EB195-6C83-E04A-B652-F00DFBE24657}" type="datetime1">
              <a:rPr lang="en-US" smtClean="0"/>
              <a:t>7/5/2026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Growth marketing plan</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475588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745" y="634999"/>
            <a:ext cx="4304219" cy="1122375"/>
          </a:xfrm>
        </p:spPr>
        <p:txBody>
          <a:bodyPr anchor="b"/>
          <a:lstStyle/>
          <a:p>
            <a:r>
              <a:rPr lang="en-US"/>
              <a:t>Click to edit Master title style</a:t>
            </a:r>
            <a:endParaRPr lang="en-US" dirty="0"/>
          </a:p>
        </p:txBody>
      </p:sp>
      <p:sp>
        <p:nvSpPr>
          <p:cNvPr id="3" name="Rectangle 2">
            <a:extLst>
              <a:ext uri="{FF2B5EF4-FFF2-40B4-BE49-F238E27FC236}">
                <a16:creationId xmlns:a16="http://schemas.microsoft.com/office/drawing/2014/main" id="{96E7868F-C970-BDC2-3C59-C3B9D60646EC}"/>
              </a:ext>
            </a:extLst>
          </p:cNvPr>
          <p:cNvSpPr/>
          <p:nvPr userDrawn="1"/>
        </p:nvSpPr>
        <p:spPr>
          <a:xfrm>
            <a:off x="634036" y="1"/>
            <a:ext cx="5736284" cy="6223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86">
            <a:extLst>
              <a:ext uri="{FF2B5EF4-FFF2-40B4-BE49-F238E27FC236}">
                <a16:creationId xmlns:a16="http://schemas.microsoft.com/office/drawing/2014/main" id="{59A01815-2226-42BA-5989-B67063705B27}"/>
              </a:ext>
            </a:extLst>
          </p:cNvPr>
          <p:cNvSpPr>
            <a:spLocks noGrp="1"/>
          </p:cNvSpPr>
          <p:nvPr>
            <p:ph type="pic" sz="quarter" idx="15"/>
          </p:nvPr>
        </p:nvSpPr>
        <p:spPr>
          <a:xfrm>
            <a:off x="1137514"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129475"/>
            <a:ext cx="4304219" cy="4093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F19ABAC-CEC0-3744-94EB-1D764E2366A2}"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384642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3907" y="1001715"/>
            <a:ext cx="4714998" cy="74676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29475"/>
            <a:ext cx="4714106" cy="4179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6" name="Rectangle 85">
            <a:extLst>
              <a:ext uri="{FF2B5EF4-FFF2-40B4-BE49-F238E27FC236}">
                <a16:creationId xmlns:a16="http://schemas.microsoft.com/office/drawing/2014/main" id="{CDFB919A-0FBE-5996-8285-F65A2832E27F}"/>
              </a:ext>
            </a:extLst>
          </p:cNvPr>
          <p:cNvSpPr/>
          <p:nvPr userDrawn="1"/>
        </p:nvSpPr>
        <p:spPr>
          <a:xfrm>
            <a:off x="5821681" y="634999"/>
            <a:ext cx="5736284"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Picture Placeholder 86">
            <a:extLst>
              <a:ext uri="{FF2B5EF4-FFF2-40B4-BE49-F238E27FC236}">
                <a16:creationId xmlns:a16="http://schemas.microsoft.com/office/drawing/2014/main" id="{17979BA9-1DC6-39F8-19D7-0BC804341A3A}"/>
              </a:ext>
            </a:extLst>
          </p:cNvPr>
          <p:cNvSpPr>
            <a:spLocks noGrp="1"/>
          </p:cNvSpPr>
          <p:nvPr>
            <p:ph type="pic" sz="quarter" idx="15"/>
          </p:nvPr>
        </p:nvSpPr>
        <p:spPr>
          <a:xfrm>
            <a:off x="6325159"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E2AAE019-E83D-CB42-A578-B360638D96E4}" type="datetime1">
              <a:rPr lang="en-US" smtClean="0"/>
              <a:t>7/5/2026</a:t>
            </a:fld>
            <a:endParaRPr lang="en-US" dirty="0"/>
          </a:p>
        </p:txBody>
      </p:sp>
    </p:spTree>
    <p:extLst>
      <p:ext uri="{BB962C8B-B14F-4D97-AF65-F5344CB8AC3E}">
        <p14:creationId xmlns:p14="http://schemas.microsoft.com/office/powerpoint/2010/main" val="8512366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4097" y="686054"/>
            <a:ext cx="4333731" cy="932688"/>
          </a:xfrm>
        </p:spPr>
        <p:txBody>
          <a:bodyPr anchor="b"/>
          <a:lstStyle>
            <a:lvl1pPr>
              <a:defRPr sz="3200"/>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B5B9BC52-F4B9-40D3-13B2-C974CC90EF84}"/>
              </a:ext>
            </a:extLst>
          </p:cNvPr>
          <p:cNvSpPr/>
          <p:nvPr userDrawn="1"/>
        </p:nvSpPr>
        <p:spPr>
          <a:xfrm>
            <a:off x="0" y="634999"/>
            <a:ext cx="63703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4">
            <a:extLst>
              <a:ext uri="{FF2B5EF4-FFF2-40B4-BE49-F238E27FC236}">
                <a16:creationId xmlns:a16="http://schemas.microsoft.com/office/drawing/2014/main" id="{B5950EFE-356D-C8EA-2569-0F26EFFA4E3F}"/>
              </a:ext>
            </a:extLst>
          </p:cNvPr>
          <p:cNvSpPr>
            <a:spLocks noGrp="1"/>
          </p:cNvSpPr>
          <p:nvPr>
            <p:ph type="pic" sz="quarter" idx="15"/>
          </p:nvPr>
        </p:nvSpPr>
        <p:spPr>
          <a:xfrm>
            <a:off x="441959" y="1493440"/>
            <a:ext cx="5486400" cy="386791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34137" y="1748474"/>
            <a:ext cx="4323828" cy="46157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4ED57CA4-9B91-014F-9006-ED823B296BC5}"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293273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74563"/>
            <a:ext cx="4702537"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156" y="1748474"/>
            <a:ext cx="4702537" cy="461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ectangle 2">
            <a:extLst>
              <a:ext uri="{FF2B5EF4-FFF2-40B4-BE49-F238E27FC236}">
                <a16:creationId xmlns:a16="http://schemas.microsoft.com/office/drawing/2014/main" id="{2B6030CF-FEDC-475D-1C44-D1A9610C48BE}"/>
              </a:ext>
            </a:extLst>
          </p:cNvPr>
          <p:cNvSpPr/>
          <p:nvPr userDrawn="1"/>
        </p:nvSpPr>
        <p:spPr>
          <a:xfrm>
            <a:off x="5821680" y="634999"/>
            <a:ext cx="63703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4">
            <a:extLst>
              <a:ext uri="{FF2B5EF4-FFF2-40B4-BE49-F238E27FC236}">
                <a16:creationId xmlns:a16="http://schemas.microsoft.com/office/drawing/2014/main" id="{28ECA86B-B2EE-7857-89AB-8C4E9F0712C9}"/>
              </a:ext>
            </a:extLst>
          </p:cNvPr>
          <p:cNvSpPr>
            <a:spLocks noGrp="1"/>
          </p:cNvSpPr>
          <p:nvPr>
            <p:ph type="pic" sz="quarter" idx="15"/>
          </p:nvPr>
        </p:nvSpPr>
        <p:spPr>
          <a:xfrm>
            <a:off x="6263639" y="1493440"/>
            <a:ext cx="5486400" cy="386791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5B19DAFB-FAB1-764F-BE9B-0C575278000C}"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504817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634999"/>
            <a:ext cx="3345301" cy="1113476"/>
          </a:xfrm>
        </p:spPr>
        <p:txBody>
          <a:bodyPr anchor="t">
            <a:noAutofit/>
          </a:bodyPr>
          <a:lstStyle>
            <a:lvl1pPr>
              <a:defRPr sz="3600"/>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37101BBF-E06C-C8BD-9613-D1E0E2997D96}"/>
              </a:ext>
            </a:extLst>
          </p:cNvPr>
          <p:cNvSpPr/>
          <p:nvPr userDrawn="1"/>
        </p:nvSpPr>
        <p:spPr>
          <a:xfrm>
            <a:off x="0" y="634999"/>
            <a:ext cx="75172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34">
            <a:extLst>
              <a:ext uri="{FF2B5EF4-FFF2-40B4-BE49-F238E27FC236}">
                <a16:creationId xmlns:a16="http://schemas.microsoft.com/office/drawing/2014/main" id="{EC6F8BE1-DBF8-9F46-A1A0-170BE0AC9F44}"/>
              </a:ext>
            </a:extLst>
          </p:cNvPr>
          <p:cNvSpPr>
            <a:spLocks noGrp="1"/>
          </p:cNvSpPr>
          <p:nvPr>
            <p:ph type="pic" sz="quarter" idx="18"/>
          </p:nvPr>
        </p:nvSpPr>
        <p:spPr>
          <a:xfrm>
            <a:off x="441959" y="1096133"/>
            <a:ext cx="6618060" cy="466573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129475"/>
            <a:ext cx="3345301" cy="4093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2FF7BC53-6B45-7742-9EBA-CB5E7E199EB6}" type="datetime1">
              <a:rPr lang="en-US" smtClean="0"/>
              <a:t>7/5/2026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dirty="0"/>
              <a:t>Growth marketing plan</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839074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376160" cy="1122375"/>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157" y="2138375"/>
            <a:ext cx="3376160" cy="4084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a:extLst>
              <a:ext uri="{FF2B5EF4-FFF2-40B4-BE49-F238E27FC236}">
                <a16:creationId xmlns:a16="http://schemas.microsoft.com/office/drawing/2014/main" id="{C4EE5DEB-00A0-C51B-6DFC-390A6C17BC52}"/>
              </a:ext>
            </a:extLst>
          </p:cNvPr>
          <p:cNvSpPr/>
          <p:nvPr userDrawn="1"/>
        </p:nvSpPr>
        <p:spPr>
          <a:xfrm>
            <a:off x="4674781" y="634999"/>
            <a:ext cx="75172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34">
            <a:extLst>
              <a:ext uri="{FF2B5EF4-FFF2-40B4-BE49-F238E27FC236}">
                <a16:creationId xmlns:a16="http://schemas.microsoft.com/office/drawing/2014/main" id="{09BDCEA9-FCD8-BF3F-D744-F8CFFB64D0A4}"/>
              </a:ext>
            </a:extLst>
          </p:cNvPr>
          <p:cNvSpPr>
            <a:spLocks noGrp="1"/>
          </p:cNvSpPr>
          <p:nvPr>
            <p:ph type="pic" sz="quarter" idx="18"/>
          </p:nvPr>
        </p:nvSpPr>
        <p:spPr>
          <a:xfrm>
            <a:off x="5116740" y="1096133"/>
            <a:ext cx="6618060" cy="466573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A5B05B6C-DEDB-7544-9F53-A4801D50D3DC}"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655269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01716"/>
            <a:ext cx="3214862" cy="1503373"/>
          </a:xfrm>
        </p:spPr>
        <p:txBody>
          <a:bodyPr anchor="t"/>
          <a:lstStyle/>
          <a:p>
            <a:r>
              <a:rPr lang="en-US"/>
              <a:t>Click to edit Master title style</a:t>
            </a:r>
            <a:endParaRPr lang="en-US" dirty="0"/>
          </a:p>
        </p:txBody>
      </p:sp>
      <p:sp>
        <p:nvSpPr>
          <p:cNvPr id="3" name="Rectangle 2">
            <a:extLst>
              <a:ext uri="{FF2B5EF4-FFF2-40B4-BE49-F238E27FC236}">
                <a16:creationId xmlns:a16="http://schemas.microsoft.com/office/drawing/2014/main" id="{2E9CDADF-7E36-EBE1-34D0-785EEE3139B3}"/>
              </a:ext>
            </a:extLst>
          </p:cNvPr>
          <p:cNvSpPr/>
          <p:nvPr userDrawn="1"/>
        </p:nvSpPr>
        <p:spPr>
          <a:xfrm>
            <a:off x="0" y="634999"/>
            <a:ext cx="75172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4">
            <a:extLst>
              <a:ext uri="{FF2B5EF4-FFF2-40B4-BE49-F238E27FC236}">
                <a16:creationId xmlns:a16="http://schemas.microsoft.com/office/drawing/2014/main" id="{04761C5D-E8A4-64AA-78FD-E268D115AC68}"/>
              </a:ext>
            </a:extLst>
          </p:cNvPr>
          <p:cNvSpPr>
            <a:spLocks noGrp="1"/>
          </p:cNvSpPr>
          <p:nvPr>
            <p:ph type="pic" sz="quarter" idx="18"/>
          </p:nvPr>
        </p:nvSpPr>
        <p:spPr>
          <a:xfrm>
            <a:off x="441959" y="1096133"/>
            <a:ext cx="6618060" cy="466573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2877190"/>
            <a:ext cx="3214862" cy="3345810"/>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F67BC866-C4B3-4A49-A8DC-A0BE5C9E8ADF}"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68488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3907" y="1001715"/>
            <a:ext cx="4714998" cy="74676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29475"/>
            <a:ext cx="4714106" cy="4179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ectangle 2">
            <a:extLst>
              <a:ext uri="{FF2B5EF4-FFF2-40B4-BE49-F238E27FC236}">
                <a16:creationId xmlns:a16="http://schemas.microsoft.com/office/drawing/2014/main" id="{D9EE1F0A-D57B-4C33-44C2-D2BF9B19B487}"/>
              </a:ext>
            </a:extLst>
          </p:cNvPr>
          <p:cNvSpPr/>
          <p:nvPr userDrawn="1"/>
        </p:nvSpPr>
        <p:spPr>
          <a:xfrm>
            <a:off x="5821681" y="0"/>
            <a:ext cx="5736284" cy="681812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Picture Placeholder 61">
            <a:extLst>
              <a:ext uri="{FF2B5EF4-FFF2-40B4-BE49-F238E27FC236}">
                <a16:creationId xmlns:a16="http://schemas.microsoft.com/office/drawing/2014/main" id="{FB73C4F7-F062-427F-E6F1-8992FE31EDC8}"/>
              </a:ext>
            </a:extLst>
          </p:cNvPr>
          <p:cNvSpPr>
            <a:spLocks noGrp="1"/>
          </p:cNvSpPr>
          <p:nvPr>
            <p:ph type="pic" sz="quarter" idx="15"/>
          </p:nvPr>
        </p:nvSpPr>
        <p:spPr>
          <a:xfrm>
            <a:off x="6325161"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E2AAE019-E83D-CB42-A578-B360638D96E4}"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0753271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3.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4.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41">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42">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43">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44">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A0A5BC3-F280-874C-BA55-1A6C5B1523D3}" type="datetime1">
              <a:rPr lang="en-US" smtClean="0"/>
              <a:pPr/>
              <a:t>7/5/2026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Growth marketing plan</a:t>
            </a:r>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7409089"/>
      </p:ext>
    </p:extLst>
  </p:cSld>
  <p:clrMap bg1="dk1" tx1="lt1" bg2="dk2" tx2="lt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 id="2147483839" r:id="rId20"/>
    <p:sldLayoutId id="2147483841" r:id="rId21"/>
    <p:sldLayoutId id="2147483842" r:id="rId22"/>
    <p:sldLayoutId id="2147483844" r:id="rId23"/>
    <p:sldLayoutId id="2147483845" r:id="rId24"/>
    <p:sldLayoutId id="2147483766" r:id="rId25"/>
    <p:sldLayoutId id="2147483767" r:id="rId26"/>
    <p:sldLayoutId id="2147483773" r:id="rId27"/>
    <p:sldLayoutId id="2147483779" r:id="rId28"/>
    <p:sldLayoutId id="2147483780" r:id="rId29"/>
    <p:sldLayoutId id="2147483781" r:id="rId30"/>
    <p:sldLayoutId id="2147483782" r:id="rId31"/>
    <p:sldLayoutId id="2147483783" r:id="rId32"/>
    <p:sldLayoutId id="2147483784" r:id="rId33"/>
    <p:sldLayoutId id="2147483785" r:id="rId34"/>
    <p:sldLayoutId id="2147483786" r:id="rId35"/>
    <p:sldLayoutId id="2147483787" r:id="rId36"/>
    <p:sldLayoutId id="2147483788" r:id="rId37"/>
    <p:sldLayoutId id="2147483789" r:id="rId38"/>
    <p:sldLayoutId id="2147483818" r:id="rId39"/>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9.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12.jpg"/><Relationship Id="rId2" Type="http://schemas.openxmlformats.org/officeDocument/2006/relationships/image" Target="../media/image1.jpeg"/><Relationship Id="rId1" Type="http://schemas.openxmlformats.org/officeDocument/2006/relationships/slideLayout" Target="../slideLayouts/slideLayout2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openxmlformats.org/officeDocument/2006/relationships/image" Target="../media/image13.jpg"/><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hyperlink" Target="https://www.rottentomatoes.com/m/sinners_2025/cast-and-crew" TargetMode="External"/><Relationship Id="rId4" Type="http://schemas.openxmlformats.org/officeDocument/2006/relationships/image" Target="../media/image3.png"/><Relationship Id="rId9" Type="http://schemas.openxmlformats.org/officeDocument/2006/relationships/hyperlink" Target="https://www.imdb.com/title/tt31193180/plotsummary/"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jpg"/><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hyperlink" Target="https://jimcrowmuseum.ferris.edu/jezebel/index.htm" TargetMode="External"/><Relationship Id="rId2" Type="http://schemas.openxmlformats.org/officeDocument/2006/relationships/hyperlink" Target="http://journals.openedition.org/lisa/806" TargetMode="External"/><Relationship Id="rId1" Type="http://schemas.openxmlformats.org/officeDocument/2006/relationships/slideLayout" Target="../slideLayouts/slideLayout2.xml"/></Relationships>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2" name="Picture 2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0" name="Oval 29">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4" name="Picture 43">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5" name="Picture 54">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62" name="Rectangle 61">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ECC7084-C959-6935-0D99-455326A78F99}"/>
              </a:ext>
            </a:extLst>
          </p:cNvPr>
          <p:cNvSpPr>
            <a:spLocks noGrp="1"/>
          </p:cNvSpPr>
          <p:nvPr>
            <p:ph type="title"/>
          </p:nvPr>
        </p:nvSpPr>
        <p:spPr>
          <a:xfrm>
            <a:off x="647701" y="1454964"/>
            <a:ext cx="4799009" cy="1214721"/>
          </a:xfrm>
        </p:spPr>
        <p:txBody>
          <a:bodyPr vert="horz" lIns="91440" tIns="45720" rIns="91440" bIns="45720" rtlCol="0" anchor="b">
            <a:normAutofit fontScale="90000"/>
          </a:bodyPr>
          <a:lstStyle/>
          <a:p>
            <a:pPr>
              <a:lnSpc>
                <a:spcPct val="90000"/>
              </a:lnSpc>
            </a:pPr>
            <a:r>
              <a:rPr lang="en-US" sz="5000" dirty="0"/>
              <a:t>My Example Assignment</a:t>
            </a:r>
            <a:r>
              <a:rPr lang="en-US" sz="7200" dirty="0"/>
              <a:t>:</a:t>
            </a:r>
            <a:br>
              <a:rPr lang="en-US" sz="7200" dirty="0"/>
            </a:br>
            <a:endParaRPr lang="en-US" sz="7200" dirty="0"/>
          </a:p>
        </p:txBody>
      </p:sp>
      <p:sp>
        <p:nvSpPr>
          <p:cNvPr id="7" name="Content Placeholder 6">
            <a:extLst>
              <a:ext uri="{FF2B5EF4-FFF2-40B4-BE49-F238E27FC236}">
                <a16:creationId xmlns:a16="http://schemas.microsoft.com/office/drawing/2014/main" id="{384485F1-991D-7098-0440-1788BA1C541F}"/>
              </a:ext>
            </a:extLst>
          </p:cNvPr>
          <p:cNvSpPr>
            <a:spLocks noGrp="1"/>
          </p:cNvSpPr>
          <p:nvPr>
            <p:ph sz="quarter" idx="14"/>
          </p:nvPr>
        </p:nvSpPr>
        <p:spPr>
          <a:xfrm>
            <a:off x="647700" y="2062324"/>
            <a:ext cx="4799009" cy="1732381"/>
          </a:xfrm>
        </p:spPr>
        <p:txBody>
          <a:bodyPr vert="horz" lIns="91440" tIns="45720" rIns="91440" bIns="45720" rtlCol="0" anchor="t">
            <a:normAutofit/>
          </a:bodyPr>
          <a:lstStyle/>
          <a:p>
            <a:pPr marL="0" indent="0">
              <a:buNone/>
            </a:pPr>
            <a:r>
              <a:rPr lang="en-US" cap="all" dirty="0">
                <a:solidFill>
                  <a:schemeClr val="bg2">
                    <a:lumMod val="40000"/>
                    <a:lumOff val="60000"/>
                  </a:schemeClr>
                </a:solidFill>
              </a:rPr>
              <a:t>How the movie Sinners explored the Jezebel trope with </a:t>
            </a:r>
            <a:r>
              <a:rPr lang="en-US" cap="all" dirty="0" err="1">
                <a:solidFill>
                  <a:schemeClr val="bg2">
                    <a:lumMod val="40000"/>
                    <a:lumOff val="60000"/>
                  </a:schemeClr>
                </a:solidFill>
              </a:rPr>
              <a:t>PEarline</a:t>
            </a:r>
            <a:endParaRPr lang="en-US" cap="all" dirty="0">
              <a:solidFill>
                <a:schemeClr val="bg2">
                  <a:lumMod val="40000"/>
                  <a:lumOff val="60000"/>
                </a:schemeClr>
              </a:solidFill>
            </a:endParaRPr>
          </a:p>
        </p:txBody>
      </p:sp>
      <p:pic>
        <p:nvPicPr>
          <p:cNvPr id="12" name="Picture Placeholder 11">
            <a:extLst>
              <a:ext uri="{FF2B5EF4-FFF2-40B4-BE49-F238E27FC236}">
                <a16:creationId xmlns:a16="http://schemas.microsoft.com/office/drawing/2014/main" id="{23F72FB8-6EC7-C1CF-BA25-521929B3A84A}"/>
              </a:ext>
            </a:extLst>
          </p:cNvPr>
          <p:cNvPicPr>
            <a:picLocks noGrp="1" noChangeAspect="1"/>
          </p:cNvPicPr>
          <p:nvPr>
            <p:ph type="pic" sz="quarter" idx="15"/>
          </p:nvPr>
        </p:nvPicPr>
        <p:blipFill>
          <a:blip r:embed="rId7">
            <a:extLst>
              <a:ext uri="{28A0092B-C50C-407E-A947-70E740481C1C}">
                <a14:useLocalDpi xmlns:a14="http://schemas.microsoft.com/office/drawing/2010/main" val="0"/>
              </a:ext>
            </a:extLst>
          </a:blip>
          <a:srcRect b="21270"/>
          <a:stretch>
            <a:fillRect/>
          </a:stretch>
        </p:blipFill>
        <p:spPr>
          <a:xfrm>
            <a:off x="6094411" y="10"/>
            <a:ext cx="6097590" cy="6857990"/>
          </a:xfrm>
          <a:prstGeom prst="rect">
            <a:avLst/>
          </a:prstGeom>
          <a:blipFill dpi="0" rotWithShape="1">
            <a:blip r:embed="rId8" cstate="screen">
              <a:alphaModFix amt="60000"/>
              <a:extLst>
                <a:ext uri="{28A0092B-C50C-407E-A947-70E740481C1C}">
                  <a14:useLocalDpi xmlns:a14="http://schemas.microsoft.com/office/drawing/2010/main"/>
                </a:ext>
              </a:extLst>
            </a:blip>
            <a:srcRect/>
            <a:stretch>
              <a:fillRect/>
            </a:stretch>
          </a:blipFill>
        </p:spPr>
      </p:pic>
      <p:sp>
        <p:nvSpPr>
          <p:cNvPr id="74" name="Rectangle 73">
            <a:extLst>
              <a:ext uri="{FF2B5EF4-FFF2-40B4-BE49-F238E27FC236}">
                <a16:creationId xmlns:a16="http://schemas.microsoft.com/office/drawing/2014/main" id="{4A5788BB-481F-4FC7-AD49-73D20DDD6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6" name="TextBox 325">
            <a:extLst>
              <a:ext uri="{FF2B5EF4-FFF2-40B4-BE49-F238E27FC236}">
                <a16:creationId xmlns:a16="http://schemas.microsoft.com/office/drawing/2014/main" id="{116FD405-9432-46CA-04F4-3ADE39B5CD51}"/>
              </a:ext>
            </a:extLst>
          </p:cNvPr>
          <p:cNvSpPr txBox="1"/>
          <p:nvPr/>
        </p:nvSpPr>
        <p:spPr>
          <a:xfrm>
            <a:off x="647700" y="3139321"/>
            <a:ext cx="4930467" cy="3139321"/>
          </a:xfrm>
          <a:prstGeom prst="rect">
            <a:avLst/>
          </a:prstGeom>
          <a:noFill/>
        </p:spPr>
        <p:txBody>
          <a:bodyPr wrap="square" rtlCol="0">
            <a:spAutoFit/>
          </a:bodyPr>
          <a:lstStyle/>
          <a:p>
            <a:r>
              <a:rPr lang="en-US" dirty="0"/>
              <a:t>Pearline’s story arc in </a:t>
            </a:r>
            <a:r>
              <a:rPr lang="en-US" i="1" dirty="0"/>
              <a:t>Sinners</a:t>
            </a:r>
            <a:r>
              <a:rPr lang="en-US" dirty="0"/>
              <a:t> is a layered approach that, at times, is a contradictory answer to the question of how Black women are represented in this film: she is granted moments of desire, agency, and heroism, yet she is also defined largely by her relationship to men, denied the same narrative recognition as her male counterpart, and ultimately sacrificed for someone else's story.</a:t>
            </a:r>
          </a:p>
          <a:p>
            <a:endParaRPr lang="en-US" dirty="0"/>
          </a:p>
        </p:txBody>
      </p:sp>
    </p:spTree>
    <p:extLst>
      <p:ext uri="{BB962C8B-B14F-4D97-AF65-F5344CB8AC3E}">
        <p14:creationId xmlns:p14="http://schemas.microsoft.com/office/powerpoint/2010/main" val="1751885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0" name="Picture 29">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1" name="Oval 30">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2" name="Picture 31">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3" name="Picture 32">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4" name="Rectangle 3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4BB16D-2F4A-F938-64C3-F8B6808F5004}"/>
              </a:ext>
            </a:extLst>
          </p:cNvPr>
          <p:cNvSpPr>
            <a:spLocks noGrp="1"/>
          </p:cNvSpPr>
          <p:nvPr>
            <p:ph type="title"/>
          </p:nvPr>
        </p:nvSpPr>
        <p:spPr>
          <a:xfrm>
            <a:off x="5411931" y="452718"/>
            <a:ext cx="4638903" cy="1400530"/>
          </a:xfrm>
        </p:spPr>
        <p:txBody>
          <a:bodyPr vert="horz" lIns="91440" tIns="45720" rIns="91440" bIns="45720" rtlCol="0" anchor="t">
            <a:normAutofit/>
          </a:bodyPr>
          <a:lstStyle/>
          <a:p>
            <a:r>
              <a:rPr lang="en-US" sz="4200"/>
              <a:t>Sinners Background-</a:t>
            </a:r>
          </a:p>
        </p:txBody>
      </p:sp>
      <p:sp>
        <p:nvSpPr>
          <p:cNvPr id="36"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7" name="Picture Placeholder 6">
            <a:extLst>
              <a:ext uri="{FF2B5EF4-FFF2-40B4-BE49-F238E27FC236}">
                <a16:creationId xmlns:a16="http://schemas.microsoft.com/office/drawing/2014/main" id="{B9FF1FF1-0F77-E8A7-E4D2-8A85F6A88A11}"/>
              </a:ext>
            </a:extLst>
          </p:cNvPr>
          <p:cNvPicPr>
            <a:picLocks noGrp="1" noChangeAspect="1"/>
          </p:cNvPicPr>
          <p:nvPr>
            <p:ph type="pic" sz="quarter" idx="15"/>
          </p:nvPr>
        </p:nvPicPr>
        <p:blipFill>
          <a:blip r:embed="rId7">
            <a:extLst>
              <a:ext uri="{28A0092B-C50C-407E-A947-70E740481C1C}">
                <a14:useLocalDpi xmlns:a14="http://schemas.microsoft.com/office/drawing/2010/main" val="0"/>
              </a:ext>
            </a:extLst>
          </a:blip>
          <a:srcRect r="1" b="6917"/>
          <a:stretch>
            <a:fillRect/>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a:blipFill dpi="0" rotWithShape="1">
            <a:blip r:embed="rId8" cstate="screen">
              <a:alphaModFix amt="60000"/>
              <a:extLst>
                <a:ext uri="{28A0092B-C50C-407E-A947-70E740481C1C}">
                  <a14:useLocalDpi xmlns:a14="http://schemas.microsoft.com/office/drawing/2010/main"/>
                </a:ext>
              </a:extLst>
            </a:blip>
            <a:srcRect/>
            <a:stretch>
              <a:fillRect/>
            </a:stretch>
          </a:blipFill>
        </p:spPr>
      </p:pic>
      <p:sp>
        <p:nvSpPr>
          <p:cNvPr id="28" name="Rectangle 27">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6BCE1C32-E3BE-E820-0C0D-D82105EBFBD0}"/>
              </a:ext>
            </a:extLst>
          </p:cNvPr>
          <p:cNvSpPr>
            <a:spLocks noGrp="1"/>
          </p:cNvSpPr>
          <p:nvPr>
            <p:ph sz="quarter" idx="13"/>
          </p:nvPr>
        </p:nvSpPr>
        <p:spPr>
          <a:xfrm>
            <a:off x="5410950" y="2052918"/>
            <a:ext cx="4638903" cy="4195481"/>
          </a:xfrm>
        </p:spPr>
        <p:txBody>
          <a:bodyPr vert="horz" lIns="91440" tIns="45720" rIns="91440" bIns="45720" rtlCol="0">
            <a:normAutofit lnSpcReduction="10000"/>
          </a:bodyPr>
          <a:lstStyle/>
          <a:p>
            <a:pPr marL="0" indent="0">
              <a:buFont typeface="Wingdings 3" charset="2"/>
              <a:buChar char=""/>
            </a:pPr>
            <a:r>
              <a:rPr lang="en-US" dirty="0"/>
              <a:t>Media: Feature Film</a:t>
            </a:r>
          </a:p>
          <a:p>
            <a:pPr marL="0" indent="0">
              <a:buFont typeface="Wingdings 3" charset="2"/>
              <a:buChar char=""/>
            </a:pPr>
            <a:r>
              <a:rPr lang="en-US" dirty="0"/>
              <a:t>Released: April 18</a:t>
            </a:r>
            <a:r>
              <a:rPr lang="en-US" baseline="30000" dirty="0"/>
              <a:t>th</a:t>
            </a:r>
            <a:r>
              <a:rPr lang="en-US" dirty="0"/>
              <a:t>, 2025</a:t>
            </a:r>
          </a:p>
          <a:p>
            <a:pPr marL="0" indent="0">
              <a:buFont typeface="Wingdings 3" charset="2"/>
              <a:buChar char=""/>
            </a:pPr>
            <a:r>
              <a:rPr lang="en-US" dirty="0"/>
              <a:t> Writer &amp; Director: Ryan Coogler</a:t>
            </a:r>
          </a:p>
          <a:p>
            <a:pPr marL="0" indent="0">
              <a:buFont typeface="Wingdings 3" charset="2"/>
              <a:buChar char=""/>
            </a:pPr>
            <a:r>
              <a:rPr lang="en-US" dirty="0"/>
              <a:t>Character of Interest: Pearline, played by Jayme Lawson</a:t>
            </a:r>
          </a:p>
          <a:p>
            <a:pPr marL="0" indent="0">
              <a:buFont typeface="Wingdings 3" charset="2"/>
              <a:buChar char=""/>
            </a:pPr>
            <a:r>
              <a:rPr lang="en-US" dirty="0"/>
              <a:t>Setting: Jim Crow era, 1930s Mississippi Delta</a:t>
            </a:r>
          </a:p>
          <a:p>
            <a:pPr marL="0" indent="0">
              <a:buFont typeface="Wingdings 3" charset="2"/>
              <a:buChar char=""/>
            </a:pPr>
            <a:r>
              <a:rPr lang="en-US" dirty="0"/>
              <a:t>Plot-  </a:t>
            </a:r>
            <a:r>
              <a:rPr lang="en-US" dirty="0">
                <a:hlinkClick r:id="rId9"/>
              </a:rPr>
              <a:t>https://www.imdb.com/title/tt31193180/plotsummary/</a:t>
            </a:r>
            <a:r>
              <a:rPr lang="en-US" dirty="0"/>
              <a:t> </a:t>
            </a:r>
          </a:p>
          <a:p>
            <a:pPr marL="0" indent="0">
              <a:buFont typeface="Wingdings 3" charset="2"/>
              <a:buChar char=""/>
            </a:pPr>
            <a:r>
              <a:rPr lang="en-US" dirty="0"/>
              <a:t>Able to view streaming HBO MAX with a subscription </a:t>
            </a:r>
          </a:p>
          <a:p>
            <a:pPr marL="0" indent="0">
              <a:buNone/>
            </a:pPr>
            <a:r>
              <a:rPr lang="en-US" dirty="0">
                <a:hlinkClick r:id="rId10"/>
              </a:rPr>
              <a:t>https://www.rottentomatoes.com/m/sinners_2025/cast-and-crew</a:t>
            </a:r>
            <a:r>
              <a:rPr lang="en-US" dirty="0"/>
              <a:t> </a:t>
            </a:r>
          </a:p>
        </p:txBody>
      </p:sp>
    </p:spTree>
    <p:extLst>
      <p:ext uri="{BB962C8B-B14F-4D97-AF65-F5344CB8AC3E}">
        <p14:creationId xmlns:p14="http://schemas.microsoft.com/office/powerpoint/2010/main" val="1834936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3DBD1E-B7F1-AF07-D4C1-2B880475281F}"/>
              </a:ext>
            </a:extLst>
          </p:cNvPr>
          <p:cNvSpPr>
            <a:spLocks noGrp="1"/>
          </p:cNvSpPr>
          <p:nvPr>
            <p:ph type="title"/>
          </p:nvPr>
        </p:nvSpPr>
        <p:spPr>
          <a:xfrm>
            <a:off x="648930" y="629266"/>
            <a:ext cx="6188190" cy="1622321"/>
          </a:xfrm>
        </p:spPr>
        <p:txBody>
          <a:bodyPr vert="horz" lIns="91440" tIns="45720" rIns="91440" bIns="45720" rtlCol="0" anchor="t">
            <a:normAutofit/>
          </a:bodyPr>
          <a:lstStyle/>
          <a:p>
            <a:r>
              <a:rPr lang="en-US" sz="4000" b="1" dirty="0">
                <a:solidFill>
                  <a:srgbClr val="EBEBEB"/>
                </a:solidFill>
                <a:latin typeface="Times New Roman" panose="02020603050405020304" pitchFamily="18" charset="0"/>
                <a:cs typeface="Times New Roman" panose="02020603050405020304" pitchFamily="18" charset="0"/>
              </a:rPr>
              <a:t>Background continued</a:t>
            </a:r>
          </a:p>
        </p:txBody>
      </p:sp>
      <p:sp>
        <p:nvSpPr>
          <p:cNvPr id="3" name="Content Placeholder 2">
            <a:extLst>
              <a:ext uri="{FF2B5EF4-FFF2-40B4-BE49-F238E27FC236}">
                <a16:creationId xmlns:a16="http://schemas.microsoft.com/office/drawing/2014/main" id="{5E41727C-2E1B-5EF7-4B89-EDD76F1A7149}"/>
              </a:ext>
            </a:extLst>
          </p:cNvPr>
          <p:cNvSpPr>
            <a:spLocks noGrp="1"/>
          </p:cNvSpPr>
          <p:nvPr>
            <p:ph sz="quarter" idx="13"/>
          </p:nvPr>
        </p:nvSpPr>
        <p:spPr>
          <a:xfrm>
            <a:off x="648930" y="2108718"/>
            <a:ext cx="6188189" cy="4115101"/>
          </a:xfrm>
        </p:spPr>
        <p:txBody>
          <a:bodyPr vert="horz" lIns="91440" tIns="45720" rIns="91440" bIns="45720" rtlCol="0">
            <a:normAutofit/>
          </a:bodyPr>
          <a:lstStyle/>
          <a:p>
            <a:pPr marL="0" indent="0">
              <a:buFont typeface="Wingdings 3" charset="2"/>
              <a:buChar char=""/>
            </a:pPr>
            <a:r>
              <a:rPr lang="en-US" dirty="0">
                <a:solidFill>
                  <a:srgbClr val="FFFFFF"/>
                </a:solidFill>
                <a:latin typeface="Times New Roman" panose="02020603050405020304" pitchFamily="18" charset="0"/>
                <a:cs typeface="Times New Roman" panose="02020603050405020304" pitchFamily="18" charset="0"/>
              </a:rPr>
              <a:t>Ryan Coogler- Writer/Director</a:t>
            </a:r>
          </a:p>
          <a:p>
            <a:pPr marL="0" indent="0">
              <a:buFont typeface="Wingdings 3" charset="2"/>
              <a:buChar char=""/>
            </a:pPr>
            <a:r>
              <a:rPr lang="en-US" dirty="0">
                <a:solidFill>
                  <a:srgbClr val="FFFFFF"/>
                </a:solidFill>
                <a:latin typeface="Times New Roman" panose="02020603050405020304" pitchFamily="18" charset="0"/>
                <a:cs typeface="Times New Roman" panose="02020603050405020304" pitchFamily="18" charset="0"/>
              </a:rPr>
              <a:t>An African American male, from the San Francisco Bay area, who has experience creating complex stories around black characters, as seen in his other movies.</a:t>
            </a:r>
          </a:p>
          <a:p>
            <a:pPr>
              <a:buFont typeface="Wingdings 3" charset="2"/>
              <a:buChar char=""/>
            </a:pPr>
            <a:r>
              <a:rPr lang="en-US" dirty="0">
                <a:solidFill>
                  <a:srgbClr val="FFFFFF"/>
                </a:solidFill>
                <a:latin typeface="Times New Roman" panose="02020603050405020304" pitchFamily="18" charset="0"/>
                <a:cs typeface="Times New Roman" panose="02020603050405020304" pitchFamily="18" charset="0"/>
              </a:rPr>
              <a:t>Fruitvale Station, 2013</a:t>
            </a:r>
          </a:p>
          <a:p>
            <a:pPr>
              <a:buFont typeface="Wingdings 3" charset="2"/>
              <a:buChar char=""/>
            </a:pPr>
            <a:r>
              <a:rPr lang="en-US" dirty="0">
                <a:solidFill>
                  <a:srgbClr val="FFFFFF"/>
                </a:solidFill>
                <a:latin typeface="Times New Roman" panose="02020603050405020304" pitchFamily="18" charset="0"/>
                <a:cs typeface="Times New Roman" panose="02020603050405020304" pitchFamily="18" charset="0"/>
              </a:rPr>
              <a:t>Creed, 2015</a:t>
            </a:r>
          </a:p>
          <a:p>
            <a:pPr>
              <a:buFont typeface="Wingdings 3" charset="2"/>
              <a:buChar char=""/>
            </a:pPr>
            <a:r>
              <a:rPr lang="en-US" dirty="0">
                <a:solidFill>
                  <a:srgbClr val="FFFFFF"/>
                </a:solidFill>
                <a:latin typeface="Times New Roman" panose="02020603050405020304" pitchFamily="18" charset="0"/>
                <a:cs typeface="Times New Roman" panose="02020603050405020304" pitchFamily="18" charset="0"/>
              </a:rPr>
              <a:t>Black Panther, 2018</a:t>
            </a:r>
          </a:p>
          <a:p>
            <a:pPr>
              <a:buFont typeface="Wingdings 3" charset="2"/>
              <a:buChar char=""/>
            </a:pPr>
            <a:endParaRPr lang="en-US" dirty="0">
              <a:solidFill>
                <a:srgbClr val="FFFFFF"/>
              </a:solidFill>
              <a:latin typeface="Times New Roman" panose="02020603050405020304" pitchFamily="18" charset="0"/>
              <a:cs typeface="Times New Roman" panose="02020603050405020304" pitchFamily="18" charset="0"/>
            </a:endParaRPr>
          </a:p>
          <a:p>
            <a:pPr>
              <a:buFont typeface="Wingdings 3" charset="2"/>
              <a:buChar char=""/>
            </a:pPr>
            <a:r>
              <a:rPr lang="en-US" dirty="0">
                <a:solidFill>
                  <a:srgbClr val="FFFFFF"/>
                </a:solidFill>
                <a:latin typeface="Times New Roman" panose="02020603050405020304" pitchFamily="18" charset="0"/>
                <a:cs typeface="Times New Roman" panose="02020603050405020304" pitchFamily="18" charset="0"/>
              </a:rPr>
              <a:t>The background of the director/ writer is relevant to Pearline being a more well-rounded black woman character, even if she is being used in a traditional trope. </a:t>
            </a:r>
          </a:p>
          <a:p>
            <a:pPr>
              <a:buFont typeface="Wingdings 3" charset="2"/>
              <a:buChar char=""/>
            </a:pPr>
            <a:endParaRPr lang="en-US" dirty="0">
              <a:solidFill>
                <a:srgbClr val="FFFFFF"/>
              </a:solidFill>
            </a:endParaRPr>
          </a:p>
        </p:txBody>
      </p:sp>
      <p:sp>
        <p:nvSpPr>
          <p:cNvPr id="25"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6" name="Picture 5">
            <a:extLst>
              <a:ext uri="{FF2B5EF4-FFF2-40B4-BE49-F238E27FC236}">
                <a16:creationId xmlns:a16="http://schemas.microsoft.com/office/drawing/2014/main" id="{D24EBC4B-1CD7-37D3-3B5B-4A52DBA0EEC1}"/>
              </a:ext>
            </a:extLst>
          </p:cNvPr>
          <p:cNvPicPr>
            <a:picLocks noChangeAspect="1"/>
          </p:cNvPicPr>
          <p:nvPr/>
        </p:nvPicPr>
        <p:blipFill>
          <a:blip r:embed="rId7">
            <a:extLst>
              <a:ext uri="{28A0092B-C50C-407E-A947-70E740481C1C}">
                <a14:useLocalDpi xmlns:a14="http://schemas.microsoft.com/office/drawing/2010/main" val="0"/>
              </a:ext>
            </a:extLst>
          </a:blip>
          <a:srcRect b="7768"/>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cxnSp>
        <p:nvCxnSpPr>
          <p:cNvPr id="8" name="Straight Connector 7">
            <a:extLst>
              <a:ext uri="{FF2B5EF4-FFF2-40B4-BE49-F238E27FC236}">
                <a16:creationId xmlns:a16="http://schemas.microsoft.com/office/drawing/2014/main" id="{7E9C1408-48C5-8E57-C06B-CFFD827C7962}"/>
              </a:ext>
            </a:extLst>
          </p:cNvPr>
          <p:cNvCxnSpPr/>
          <p:nvPr/>
        </p:nvCxnSpPr>
        <p:spPr>
          <a:xfrm>
            <a:off x="802433" y="4609322"/>
            <a:ext cx="585029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374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72092-1D93-1C42-71C9-4C3CD1035FA3}"/>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Jezebel Trope Description</a:t>
            </a:r>
          </a:p>
        </p:txBody>
      </p:sp>
      <p:sp>
        <p:nvSpPr>
          <p:cNvPr id="4" name="Content Placeholder 3">
            <a:extLst>
              <a:ext uri="{FF2B5EF4-FFF2-40B4-BE49-F238E27FC236}">
                <a16:creationId xmlns:a16="http://schemas.microsoft.com/office/drawing/2014/main" id="{B0DD0FB0-4368-F205-5A2A-F0941B1391DA}"/>
              </a:ext>
            </a:extLst>
          </p:cNvPr>
          <p:cNvSpPr>
            <a:spLocks noGrp="1"/>
          </p:cNvSpPr>
          <p:nvPr>
            <p:ph sz="half" idx="1"/>
          </p:nvPr>
        </p:nvSpPr>
        <p:spPr>
          <a:xfrm>
            <a:off x="907369" y="1640697"/>
            <a:ext cx="8609855" cy="4195763"/>
          </a:xfrm>
        </p:spPr>
        <p:txBody>
          <a:bodyPr>
            <a:normAutofit/>
          </a:bodyPr>
          <a:lstStyle/>
          <a:p>
            <a:r>
              <a:rPr lang="en-US"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The Jezebel was a middle-aged or young woman governed by her libido and “matters of the flesh. She was deemed a hypersexual woman with unlimited bestial passions.” - (</a:t>
            </a:r>
            <a:r>
              <a:rPr lang="en-US" sz="2000" dirty="0" err="1">
                <a:latin typeface="Times New Roman" panose="02020603050405020304" pitchFamily="18" charset="0"/>
                <a:cs typeface="Times New Roman" panose="02020603050405020304" pitchFamily="18" charset="0"/>
              </a:rPr>
              <a:t>Mgadmi</a:t>
            </a:r>
            <a:r>
              <a:rPr lang="en-US" sz="2000" dirty="0">
                <a:latin typeface="Times New Roman" panose="02020603050405020304" pitchFamily="18" charset="0"/>
                <a:cs typeface="Times New Roman" panose="02020603050405020304" pitchFamily="18" charset="0"/>
              </a:rPr>
              <a:t>, paragraph.5)</a:t>
            </a:r>
          </a:p>
          <a:p>
            <a:r>
              <a:rPr lang="en-US" sz="2000" dirty="0">
                <a:latin typeface="Times New Roman" panose="02020603050405020304" pitchFamily="18" charset="0"/>
                <a:cs typeface="Times New Roman" panose="02020603050405020304" pitchFamily="18" charset="0"/>
              </a:rPr>
              <a:t>“Historically, white women, as a category, were portrayed as models of self-respect, self-control, and modesty - even sexual purity- but black women were often portrayed as innately promiscuous, even predatory. This depiction of black women is signified by the name Jezebel.</a:t>
            </a:r>
            <a:r>
              <a:rPr lang="en-US" sz="2000" baseline="30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(Pilgrim)</a:t>
            </a:r>
          </a:p>
          <a:p>
            <a:r>
              <a:rPr lang="en-US" sz="2000" dirty="0">
                <a:latin typeface="Times New Roman" panose="02020603050405020304" pitchFamily="18" charset="0"/>
                <a:cs typeface="Times New Roman" panose="02020603050405020304" pitchFamily="18" charset="0"/>
              </a:rPr>
              <a:t>Usually characterized by suggestive outfits and a sociable personality.</a:t>
            </a:r>
          </a:p>
          <a:p>
            <a:pPr lvl="1"/>
            <a:r>
              <a:rPr lang="en-US" sz="2000" dirty="0">
                <a:latin typeface="Times New Roman" panose="02020603050405020304" pitchFamily="18" charset="0"/>
                <a:cs typeface="Times New Roman" panose="02020603050405020304" pitchFamily="18" charset="0"/>
              </a:rPr>
              <a:t> Can be outspoken or brash</a:t>
            </a:r>
          </a:p>
          <a:p>
            <a:pPr lvl="1"/>
            <a:r>
              <a:rPr lang="en-US" sz="2000" dirty="0">
                <a:latin typeface="Times New Roman" panose="02020603050405020304" pitchFamily="18" charset="0"/>
                <a:cs typeface="Times New Roman" panose="02020603050405020304" pitchFamily="18" charset="0"/>
              </a:rPr>
              <a:t>Associated with their connections with men</a:t>
            </a:r>
          </a:p>
          <a:p>
            <a:endParaRPr lang="en-US" dirty="0"/>
          </a:p>
        </p:txBody>
      </p:sp>
    </p:spTree>
    <p:extLst>
      <p:ext uri="{BB962C8B-B14F-4D97-AF65-F5344CB8AC3E}">
        <p14:creationId xmlns:p14="http://schemas.microsoft.com/office/powerpoint/2010/main" val="1135043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701D7-435D-8E7D-53C0-66C0C37F5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AC717-1808-0047-7893-C9C49420B29A}"/>
              </a:ext>
            </a:extLst>
          </p:cNvPr>
          <p:cNvSpPr>
            <a:spLocks noGrp="1"/>
          </p:cNvSpPr>
          <p:nvPr>
            <p:ph type="title"/>
          </p:nvPr>
        </p:nvSpPr>
        <p:spPr/>
        <p:txBody>
          <a:bodyPr/>
          <a:lstStyle/>
          <a:p>
            <a:r>
              <a:rPr lang="en-US" dirty="0"/>
              <a:t>Quote</a:t>
            </a:r>
          </a:p>
        </p:txBody>
      </p:sp>
      <p:sp>
        <p:nvSpPr>
          <p:cNvPr id="6" name="Content Placeholder 5">
            <a:extLst>
              <a:ext uri="{FF2B5EF4-FFF2-40B4-BE49-F238E27FC236}">
                <a16:creationId xmlns:a16="http://schemas.microsoft.com/office/drawing/2014/main" id="{E5236CAB-BB4B-BDCA-63F6-F77BA904E53B}"/>
              </a:ext>
            </a:extLst>
          </p:cNvPr>
          <p:cNvSpPr>
            <a:spLocks noGrp="1"/>
          </p:cNvSpPr>
          <p:nvPr>
            <p:ph sz="quarter" idx="13"/>
          </p:nvPr>
        </p:nvSpPr>
        <p:spPr>
          <a:xfrm>
            <a:off x="808675" y="1336319"/>
            <a:ext cx="10190097" cy="511142"/>
          </a:xfrm>
        </p:spPr>
        <p:txBody>
          <a:bodyPr/>
          <a:lstStyle/>
          <a:p>
            <a:r>
              <a:rPr lang="en-US" sz="2400" dirty="0">
                <a:latin typeface="Times New Roman" panose="02020603050405020304" pitchFamily="18" charset="0"/>
                <a:cs typeface="Times New Roman" panose="02020603050405020304" pitchFamily="18" charset="0"/>
              </a:rPr>
              <a:t>First Impressions and Setting</a:t>
            </a:r>
          </a:p>
          <a:p>
            <a:endParaRPr lang="en-US" sz="2400" b="0" dirty="0"/>
          </a:p>
        </p:txBody>
      </p:sp>
      <p:sp>
        <p:nvSpPr>
          <p:cNvPr id="3" name="TextBox 2">
            <a:extLst>
              <a:ext uri="{FF2B5EF4-FFF2-40B4-BE49-F238E27FC236}">
                <a16:creationId xmlns:a16="http://schemas.microsoft.com/office/drawing/2014/main" id="{5635F8E3-44DB-515A-43BB-AE6A3B9426D6}"/>
              </a:ext>
            </a:extLst>
          </p:cNvPr>
          <p:cNvSpPr txBox="1"/>
          <p:nvPr/>
        </p:nvSpPr>
        <p:spPr>
          <a:xfrm>
            <a:off x="843979" y="1591890"/>
            <a:ext cx="10119490" cy="2215991"/>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we first meet Pearline, she is unattended at the train station, and the film does not indicate where she is going or where she has been. The first thing established about her character is that she is married, yet she is shown flirting with Sammie. This sets her up early on as a love interest for Sammie, rather than as a character with her own independent arc.</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She is associated first with her relationship to another man, whom the audience never meets. Also, being unaccompanied at a train station proclaims worldliness.  </a:t>
            </a:r>
          </a:p>
          <a:p>
            <a:endParaRPr lang="en-US" dirty="0"/>
          </a:p>
        </p:txBody>
      </p:sp>
      <p:sp>
        <p:nvSpPr>
          <p:cNvPr id="5" name="TextBox 4">
            <a:extLst>
              <a:ext uri="{FF2B5EF4-FFF2-40B4-BE49-F238E27FC236}">
                <a16:creationId xmlns:a16="http://schemas.microsoft.com/office/drawing/2014/main" id="{6A2DE44E-DB13-0DBA-67FD-30114441295F}"/>
              </a:ext>
            </a:extLst>
          </p:cNvPr>
          <p:cNvSpPr txBox="1"/>
          <p:nvPr/>
        </p:nvSpPr>
        <p:spPr>
          <a:xfrm>
            <a:off x="918625" y="3709089"/>
            <a:ext cx="8673245"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is not confirmed directly what the ages of Sammie or Pearline are. Based on the initial meeting, it is implied that Pearline is older than Sammie. They are both aware there is an age difference. </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adds to the persuasive/predatory characterization of Pearline that aligns her again with the Jezebel trope.</a:t>
            </a:r>
          </a:p>
        </p:txBody>
      </p:sp>
    </p:spTree>
    <p:extLst>
      <p:ext uri="{BB962C8B-B14F-4D97-AF65-F5344CB8AC3E}">
        <p14:creationId xmlns:p14="http://schemas.microsoft.com/office/powerpoint/2010/main" val="1403495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8C535-F540-3543-3F84-271884325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ED91B-213D-B12B-2761-E103C3BAD663}"/>
              </a:ext>
            </a:extLst>
          </p:cNvPr>
          <p:cNvSpPr>
            <a:spLocks noGrp="1"/>
          </p:cNvSpPr>
          <p:nvPr>
            <p:ph type="title"/>
          </p:nvPr>
        </p:nvSpPr>
        <p:spPr/>
        <p:txBody>
          <a:bodyPr/>
          <a:lstStyle/>
          <a:p>
            <a:r>
              <a:rPr lang="en-US" dirty="0"/>
              <a:t>Quote</a:t>
            </a:r>
          </a:p>
        </p:txBody>
      </p:sp>
      <p:sp>
        <p:nvSpPr>
          <p:cNvPr id="6" name="Content Placeholder 5">
            <a:extLst>
              <a:ext uri="{FF2B5EF4-FFF2-40B4-BE49-F238E27FC236}">
                <a16:creationId xmlns:a16="http://schemas.microsoft.com/office/drawing/2014/main" id="{B30DD125-D8D6-8CC3-1297-CB857F9F00DB}"/>
              </a:ext>
            </a:extLst>
          </p:cNvPr>
          <p:cNvSpPr>
            <a:spLocks noGrp="1"/>
          </p:cNvSpPr>
          <p:nvPr>
            <p:ph sz="quarter" idx="13"/>
          </p:nvPr>
        </p:nvSpPr>
        <p:spPr>
          <a:xfrm>
            <a:off x="843979" y="899229"/>
            <a:ext cx="10190097" cy="511142"/>
          </a:xfrm>
        </p:spPr>
        <p:txBody>
          <a:bodyPr/>
          <a:lstStyle/>
          <a:p>
            <a:r>
              <a:rPr lang="en-US" sz="2400" dirty="0">
                <a:latin typeface="Times New Roman" panose="02020603050405020304" pitchFamily="18" charset="0"/>
                <a:cs typeface="Times New Roman" panose="02020603050405020304" pitchFamily="18" charset="0"/>
              </a:rPr>
              <a:t>Juxtaposition with Annie</a:t>
            </a:r>
            <a:endParaRPr lang="en-US" sz="2400" b="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A36F63E-014A-67E2-CF46-5E75EB686FBC}"/>
              </a:ext>
            </a:extLst>
          </p:cNvPr>
          <p:cNvSpPr txBox="1"/>
          <p:nvPr/>
        </p:nvSpPr>
        <p:spPr>
          <a:xfrm>
            <a:off x="746449" y="1410370"/>
            <a:ext cx="9004041"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Pearline is juxtaposed against Annie, the film's other central Black woman character. Pearline is portrayed as skinny and conventionally attractive by white beauty standards, while Annie is cast in the "mammy" archetype, portrayed as loyal to a man who ultimately left her (Smoke). </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contrast raises questions about which body types are afforded desirability.</a:t>
            </a:r>
          </a:p>
        </p:txBody>
      </p:sp>
      <p:sp>
        <p:nvSpPr>
          <p:cNvPr id="5" name="TextBox 4">
            <a:extLst>
              <a:ext uri="{FF2B5EF4-FFF2-40B4-BE49-F238E27FC236}">
                <a16:creationId xmlns:a16="http://schemas.microsoft.com/office/drawing/2014/main" id="{5097ACF0-6157-A073-E2BA-36AD126E7317}"/>
              </a:ext>
            </a:extLst>
          </p:cNvPr>
          <p:cNvSpPr txBox="1"/>
          <p:nvPr/>
        </p:nvSpPr>
        <p:spPr>
          <a:xfrm>
            <a:off x="843979" y="4073985"/>
            <a:ext cx="9265299" cy="2554545"/>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Although Pearline is an adulteress, the film does not dwell on or condemn this, since every character in the story is presented as a sinner in their own right.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Pearline is also given an experience of oral sex that appears to be a first for her, a moment that suggests a Black woman can be portrayed as desirable in her own right rather than solely as an object for male satisfaction.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 the same time, Pearline's reputation as a skilled singer who frequents late-night clubs suggests she was already understood to be somewhat promiscuous before Sammie enters her story.</a:t>
            </a:r>
          </a:p>
        </p:txBody>
      </p:sp>
      <p:sp>
        <p:nvSpPr>
          <p:cNvPr id="7" name="TextBox 6">
            <a:extLst>
              <a:ext uri="{FF2B5EF4-FFF2-40B4-BE49-F238E27FC236}">
                <a16:creationId xmlns:a16="http://schemas.microsoft.com/office/drawing/2014/main" id="{0D741288-5A80-0CD4-0947-39A918529E3D}"/>
              </a:ext>
            </a:extLst>
          </p:cNvPr>
          <p:cNvSpPr txBox="1"/>
          <p:nvPr/>
        </p:nvSpPr>
        <p:spPr>
          <a:xfrm>
            <a:off x="843979" y="3398841"/>
            <a:ext cx="5050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Showcasing Sexuality and Desire</a:t>
            </a:r>
          </a:p>
        </p:txBody>
      </p:sp>
    </p:spTree>
    <p:extLst>
      <p:ext uri="{BB962C8B-B14F-4D97-AF65-F5344CB8AC3E}">
        <p14:creationId xmlns:p14="http://schemas.microsoft.com/office/powerpoint/2010/main" val="2928277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239C6-89D3-190C-3164-6B875B814015}"/>
              </a:ext>
            </a:extLst>
          </p:cNvPr>
          <p:cNvSpPr>
            <a:spLocks noGrp="1"/>
          </p:cNvSpPr>
          <p:nvPr>
            <p:ph type="title"/>
          </p:nvPr>
        </p:nvSpPr>
        <p:spPr>
          <a:xfrm>
            <a:off x="873905" y="861869"/>
            <a:ext cx="10652760" cy="1133856"/>
          </a:xfrm>
        </p:spPr>
        <p:txBody>
          <a:bodyPr/>
          <a:lstStyle/>
          <a:p>
            <a:r>
              <a:rPr lang="en-US" sz="3600" b="1" dirty="0">
                <a:latin typeface="Times New Roman" panose="02020603050405020304" pitchFamily="18" charset="0"/>
                <a:cs typeface="Times New Roman" panose="02020603050405020304" pitchFamily="18" charset="0"/>
              </a:rPr>
              <a:t>Characterization continued.</a:t>
            </a:r>
            <a:br>
              <a:rPr lang="en-US" dirty="0"/>
            </a:br>
            <a:endParaRPr lang="en-US" dirty="0"/>
          </a:p>
        </p:txBody>
      </p:sp>
      <p:sp>
        <p:nvSpPr>
          <p:cNvPr id="5" name="TextBox 4">
            <a:extLst>
              <a:ext uri="{FF2B5EF4-FFF2-40B4-BE49-F238E27FC236}">
                <a16:creationId xmlns:a16="http://schemas.microsoft.com/office/drawing/2014/main" id="{431B6057-9903-B98B-D6B4-6371002E5197}"/>
              </a:ext>
            </a:extLst>
          </p:cNvPr>
          <p:cNvSpPr txBox="1"/>
          <p:nvPr/>
        </p:nvSpPr>
        <p:spPr>
          <a:xfrm>
            <a:off x="765110" y="1838131"/>
            <a:ext cx="9619861" cy="4062651"/>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Pearline tells Sammie that she walked to the Juke Joint, alone at night, a choice that would have been dangerous for any woman in the 1930’s, and now. </a:t>
            </a:r>
          </a:p>
          <a:p>
            <a:pPr marL="5715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can be deduced that she has probably gone out at night alone before. Adding to the understanding of promiscuity, or the wildness of her character.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She also dances openly with Sammie, suggesting that she is unafraid of being caught by her husband or simply does not care if she is.</a:t>
            </a:r>
          </a:p>
          <a:p>
            <a:pPr marL="5715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concept is not explored further because it is unnecessary to showcase Pearline in this context for Sammie’s story.</a:t>
            </a:r>
          </a:p>
          <a:p>
            <a:endParaRPr lang="en-US" dirty="0"/>
          </a:p>
        </p:txBody>
      </p:sp>
    </p:spTree>
    <p:extLst>
      <p:ext uri="{BB962C8B-B14F-4D97-AF65-F5344CB8AC3E}">
        <p14:creationId xmlns:p14="http://schemas.microsoft.com/office/powerpoint/2010/main" val="2583321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2D9E8-E42D-2D9E-3CFF-B331B21A92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F02FA-4FF5-EA3D-EEC9-C83F0B78A155}"/>
              </a:ext>
            </a:extLst>
          </p:cNvPr>
          <p:cNvSpPr>
            <a:spLocks noGrp="1"/>
          </p:cNvSpPr>
          <p:nvPr>
            <p:ph type="title"/>
          </p:nvPr>
        </p:nvSpPr>
        <p:spPr>
          <a:xfrm>
            <a:off x="500680" y="899191"/>
            <a:ext cx="10652760" cy="1133856"/>
          </a:xfrm>
        </p:spPr>
        <p:txBody>
          <a:bodyPr/>
          <a:lstStyle/>
          <a:p>
            <a:r>
              <a:rPr lang="en-US" sz="3600" b="1" dirty="0">
                <a:latin typeface="Times New Roman" panose="02020603050405020304" pitchFamily="18" charset="0"/>
                <a:cs typeface="Times New Roman" panose="02020603050405020304" pitchFamily="18" charset="0"/>
              </a:rPr>
              <a:t>Erasure of Black women</a:t>
            </a:r>
            <a:br>
              <a:rPr lang="en-US" dirty="0"/>
            </a:br>
            <a:endParaRPr lang="en-US" dirty="0"/>
          </a:p>
        </p:txBody>
      </p:sp>
      <p:sp>
        <p:nvSpPr>
          <p:cNvPr id="5" name="TextBox 4">
            <a:extLst>
              <a:ext uri="{FF2B5EF4-FFF2-40B4-BE49-F238E27FC236}">
                <a16:creationId xmlns:a16="http://schemas.microsoft.com/office/drawing/2014/main" id="{783FBEF0-240B-8B5F-8133-C5C23A0511D4}"/>
              </a:ext>
            </a:extLst>
          </p:cNvPr>
          <p:cNvSpPr txBox="1"/>
          <p:nvPr/>
        </p:nvSpPr>
        <p:spPr>
          <a:xfrm>
            <a:off x="765110" y="1838131"/>
            <a:ext cx="9619861" cy="387798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Erasure and Lack of Recognition</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Before taking the stage, Sammie is given a formal introduction, while Pearline performs without receiving one. This absence suggests that her background and identity are treated as irrelevant to the story, even as she plays a significant role within it.</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Selflessness and Sacrifice</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Pearline ultimately gives up her life to help Sammie escape the vampires, positioning the Black woman as selfless in service of protecting others in her community.</a:t>
            </a:r>
          </a:p>
          <a:p>
            <a:endParaRPr lang="en-US" sz="2400" dirty="0"/>
          </a:p>
          <a:p>
            <a:endParaRPr lang="en-US" dirty="0"/>
          </a:p>
        </p:txBody>
      </p:sp>
    </p:spTree>
    <p:extLst>
      <p:ext uri="{BB962C8B-B14F-4D97-AF65-F5344CB8AC3E}">
        <p14:creationId xmlns:p14="http://schemas.microsoft.com/office/powerpoint/2010/main" val="2354538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76E2C-040E-4D92-F9F7-F61C47F4F15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Citations:</a:t>
            </a:r>
          </a:p>
        </p:txBody>
      </p:sp>
      <p:sp>
        <p:nvSpPr>
          <p:cNvPr id="3" name="Content Placeholder 2">
            <a:extLst>
              <a:ext uri="{FF2B5EF4-FFF2-40B4-BE49-F238E27FC236}">
                <a16:creationId xmlns:a16="http://schemas.microsoft.com/office/drawing/2014/main" id="{3C6EE18F-CF72-C06C-3020-B9FA4DEAB729}"/>
              </a:ext>
            </a:extLst>
          </p:cNvPr>
          <p:cNvSpPr>
            <a:spLocks noGrp="1"/>
          </p:cNvSpPr>
          <p:nvPr>
            <p:ph idx="1"/>
          </p:nvPr>
        </p:nvSpPr>
        <p:spPr>
          <a:xfrm>
            <a:off x="875201" y="1399775"/>
            <a:ext cx="10670688" cy="4338552"/>
          </a:xfrm>
        </p:spPr>
        <p:txBody>
          <a:bodyPr>
            <a:normAutofit fontScale="92500" lnSpcReduction="20000"/>
          </a:bodyPr>
          <a:lstStyle/>
          <a:p>
            <a:r>
              <a:rPr lang="en-US" sz="1800" dirty="0">
                <a:latin typeface="Times New Roman" panose="02020603050405020304" pitchFamily="18" charset="0"/>
                <a:cs typeface="Times New Roman" panose="02020603050405020304" pitchFamily="18" charset="0"/>
              </a:rPr>
              <a:t>Holiman, Mary. “Sinners Have Souls Too: The Humanization of the Deep South in Ryan Coogler’s Southern Gothic Horror “Sinners.”” </a:t>
            </a:r>
            <a:r>
              <a:rPr lang="en-US" sz="1800" i="1" dirty="0">
                <a:latin typeface="Times New Roman" panose="02020603050405020304" pitchFamily="18" charset="0"/>
                <a:cs typeface="Times New Roman" panose="02020603050405020304" pitchFamily="18" charset="0"/>
              </a:rPr>
              <a:t>The Dig at Howard University</a:t>
            </a:r>
            <a:r>
              <a:rPr lang="en-US" sz="1800" dirty="0">
                <a:latin typeface="Times New Roman" panose="02020603050405020304" pitchFamily="18" charset="0"/>
                <a:cs typeface="Times New Roman" panose="02020603050405020304" pitchFamily="18" charset="0"/>
              </a:rPr>
              <a:t>, Office of University Communications, 15 May 2025, thedig.howard.edu/all-stories/sinners-have-souls-too-humanization-deep-south-ryan-cooglers-southern-gothic-horror-sinners. </a:t>
            </a:r>
          </a:p>
          <a:p>
            <a:r>
              <a:rPr lang="en-US" sz="1800" dirty="0">
                <a:latin typeface="Times New Roman" panose="02020603050405020304" pitchFamily="18" charset="0"/>
                <a:cs typeface="Times New Roman" panose="02020603050405020304" pitchFamily="18" charset="0"/>
              </a:rPr>
              <a:t>“Key Questions to Ask When Analyzing Media Experiences.” </a:t>
            </a:r>
            <a:r>
              <a:rPr lang="en-US" sz="1800" i="1" dirty="0">
                <a:latin typeface="Times New Roman" panose="02020603050405020304" pitchFamily="18" charset="0"/>
                <a:cs typeface="Times New Roman" panose="02020603050405020304" pitchFamily="18" charset="0"/>
              </a:rPr>
              <a:t>NAMLE</a:t>
            </a:r>
            <a:r>
              <a:rPr lang="en-US" sz="1800" dirty="0">
                <a:latin typeface="Times New Roman" panose="02020603050405020304" pitchFamily="18" charset="0"/>
                <a:cs typeface="Times New Roman" panose="02020603050405020304" pitchFamily="18" charset="0"/>
              </a:rPr>
              <a:t>, The National Association for Media Literacy Education , 2026, namle.org/resources/key-questions-for-analyzing-media/. </a:t>
            </a:r>
          </a:p>
          <a:p>
            <a:r>
              <a:rPr lang="en-US" sz="1800" dirty="0" err="1">
                <a:latin typeface="Times New Roman" panose="02020603050405020304" pitchFamily="18" charset="0"/>
                <a:cs typeface="Times New Roman" panose="02020603050405020304" pitchFamily="18" charset="0"/>
              </a:rPr>
              <a:t>Mgadmi</a:t>
            </a:r>
            <a:r>
              <a:rPr lang="en-US" sz="1800" dirty="0">
                <a:latin typeface="Times New Roman" panose="02020603050405020304" pitchFamily="18" charset="0"/>
                <a:cs typeface="Times New Roman" panose="02020603050405020304" pitchFamily="18" charset="0"/>
              </a:rPr>
              <a:t>, Mahassen. “Black Women’s Identity: Stereotypes, Respectability and </a:t>
            </a:r>
            <a:r>
              <a:rPr lang="en-US" sz="1800" dirty="0" err="1">
                <a:latin typeface="Times New Roman" panose="02020603050405020304" pitchFamily="18" charset="0"/>
                <a:cs typeface="Times New Roman" panose="02020603050405020304" pitchFamily="18" charset="0"/>
              </a:rPr>
              <a:t>Passionlessness</a:t>
            </a:r>
            <a:r>
              <a:rPr lang="en-US" sz="1800" dirty="0">
                <a:latin typeface="Times New Roman" panose="02020603050405020304" pitchFamily="18" charset="0"/>
                <a:cs typeface="Times New Roman" panose="02020603050405020304" pitchFamily="18" charset="0"/>
              </a:rPr>
              <a:t> (1890-1930).” </a:t>
            </a:r>
            <a:r>
              <a:rPr lang="en-US" sz="1800" i="1" dirty="0">
                <a:latin typeface="Times New Roman" panose="02020603050405020304" pitchFamily="18" charset="0"/>
                <a:cs typeface="Times New Roman" panose="02020603050405020304" pitchFamily="18" charset="0"/>
              </a:rPr>
              <a:t>Revue LISA/LISA E-Journal. </a:t>
            </a:r>
            <a:r>
              <a:rPr lang="en-US" sz="1800" i="1" dirty="0" err="1">
                <a:latin typeface="Times New Roman" panose="02020603050405020304" pitchFamily="18" charset="0"/>
                <a:cs typeface="Times New Roman" panose="02020603050405020304" pitchFamily="18" charset="0"/>
              </a:rPr>
              <a:t>Littératures</a:t>
            </a:r>
            <a:r>
              <a:rPr lang="en-US" sz="1800" i="1" dirty="0">
                <a:latin typeface="Times New Roman" panose="02020603050405020304" pitchFamily="18" charset="0"/>
                <a:cs typeface="Times New Roman" panose="02020603050405020304" pitchFamily="18" charset="0"/>
              </a:rPr>
              <a:t>, Histoire Des </a:t>
            </a:r>
            <a:r>
              <a:rPr lang="en-US" sz="1800" i="1" dirty="0" err="1">
                <a:latin typeface="Times New Roman" panose="02020603050405020304" pitchFamily="18" charset="0"/>
                <a:cs typeface="Times New Roman" panose="02020603050405020304" pitchFamily="18" charset="0"/>
              </a:rPr>
              <a:t>Idées</a:t>
            </a:r>
            <a:r>
              <a:rPr lang="en-US" sz="1800" i="1" dirty="0">
                <a:latin typeface="Times New Roman" panose="02020603050405020304" pitchFamily="18" charset="0"/>
                <a:cs typeface="Times New Roman" panose="02020603050405020304" pitchFamily="18" charset="0"/>
              </a:rPr>
              <a:t>, Images, Sociétés Du Monde Anglophone – Literature, History of Ideas, Images and Societies of the English-Speaking World</a:t>
            </a:r>
            <a:r>
              <a:rPr lang="en-US" sz="1800" dirty="0">
                <a:latin typeface="Times New Roman" panose="02020603050405020304" pitchFamily="18" charset="0"/>
                <a:cs typeface="Times New Roman" panose="02020603050405020304" pitchFamily="18" charset="0"/>
              </a:rPr>
              <a:t>, vol. 7, no. Vol. VII – n°1, 2009, pp. 40–55, journals.openedition.org/</a:t>
            </a:r>
            <a:r>
              <a:rPr lang="en-US" sz="1800" dirty="0" err="1">
                <a:latin typeface="Times New Roman" panose="02020603050405020304" pitchFamily="18" charset="0"/>
                <a:cs typeface="Times New Roman" panose="02020603050405020304" pitchFamily="18" charset="0"/>
              </a:rPr>
              <a:t>lisa</a:t>
            </a:r>
            <a:r>
              <a:rPr lang="en-US" sz="1800" dirty="0">
                <a:latin typeface="Times New Roman" panose="02020603050405020304" pitchFamily="18" charset="0"/>
                <a:cs typeface="Times New Roman" panose="02020603050405020304" pitchFamily="18" charset="0"/>
              </a:rPr>
              <a:t>/806, </a:t>
            </a:r>
            <a:r>
              <a:rPr lang="en-US" sz="1800" dirty="0">
                <a:latin typeface="Times New Roman" panose="02020603050405020304" pitchFamily="18" charset="0"/>
                <a:cs typeface="Times New Roman" panose="02020603050405020304" pitchFamily="18" charset="0"/>
                <a:hlinkClick r:id="rId2"/>
              </a:rPr>
              <a:t>http://journals.openedition.org/lisa/806</a:t>
            </a:r>
            <a:r>
              <a:rPr lang="en-US" sz="1800"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Pilgrim, David. “The Jezebel Stereotype.” </a:t>
            </a:r>
            <a:r>
              <a:rPr lang="en-US" i="1" dirty="0">
                <a:latin typeface="Times New Roman" panose="02020603050405020304" pitchFamily="18" charset="0"/>
                <a:cs typeface="Times New Roman" panose="02020603050405020304" pitchFamily="18" charset="0"/>
              </a:rPr>
              <a:t>Jim Crow Museum</a:t>
            </a:r>
            <a:r>
              <a:rPr lang="en-US" dirty="0">
                <a:latin typeface="Times New Roman" panose="02020603050405020304" pitchFamily="18" charset="0"/>
                <a:cs typeface="Times New Roman" panose="02020603050405020304" pitchFamily="18" charset="0"/>
              </a:rPr>
              <a:t>, 2012, </a:t>
            </a:r>
            <a:r>
              <a:rPr lang="en-US" dirty="0">
                <a:latin typeface="Times New Roman" panose="02020603050405020304" pitchFamily="18" charset="0"/>
                <a:cs typeface="Times New Roman" panose="02020603050405020304" pitchFamily="18" charset="0"/>
                <a:hlinkClick r:id="rId3"/>
              </a:rPr>
              <a:t>https://jimcrowmuseum.ferris.edu/jezebel/index.htm</a:t>
            </a:r>
            <a:r>
              <a:rPr lang="en-US"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Shanita Hubbard. “Black Women Stereotypes: How the Media Can Avoid Tropes.” </a:t>
            </a:r>
            <a:r>
              <a:rPr lang="en-US" sz="1800" i="1" dirty="0">
                <a:latin typeface="Times New Roman" panose="02020603050405020304" pitchFamily="18" charset="0"/>
                <a:cs typeface="Times New Roman" panose="02020603050405020304" pitchFamily="18" charset="0"/>
              </a:rPr>
              <a:t>NBCU Academy</a:t>
            </a:r>
            <a:r>
              <a:rPr lang="en-US" sz="1800" dirty="0">
                <a:latin typeface="Times New Roman" panose="02020603050405020304" pitchFamily="18" charset="0"/>
                <a:cs typeface="Times New Roman" panose="02020603050405020304" pitchFamily="18" charset="0"/>
              </a:rPr>
              <a:t>, 12 Feb. 2025, nbcuacademy.com/black-women-stereotypes/. </a:t>
            </a:r>
          </a:p>
          <a:p>
            <a:r>
              <a:rPr lang="en-US" dirty="0">
                <a:latin typeface="Times New Roman" panose="02020603050405020304" pitchFamily="18" charset="0"/>
                <a:cs typeface="Times New Roman" panose="02020603050405020304" pitchFamily="18" charset="0"/>
              </a:rPr>
              <a:t>Wikipedia Contributors. “Ryan Coogler.” </a:t>
            </a:r>
            <a:r>
              <a:rPr lang="en-US" i="1" dirty="0">
                <a:latin typeface="Times New Roman" panose="02020603050405020304" pitchFamily="18" charset="0"/>
                <a:cs typeface="Times New Roman" panose="02020603050405020304" pitchFamily="18" charset="0"/>
              </a:rPr>
              <a:t>Wikipedia</a:t>
            </a:r>
            <a:r>
              <a:rPr lang="en-US" dirty="0">
                <a:latin typeface="Times New Roman" panose="02020603050405020304" pitchFamily="18" charset="0"/>
                <a:cs typeface="Times New Roman" panose="02020603050405020304" pitchFamily="18" charset="0"/>
              </a:rPr>
              <a:t>, Wikimedia Foundation, 10 Nov. 2019, en.wikipedia.org/wiki/</a:t>
            </a:r>
            <a:r>
              <a:rPr lang="en-US" dirty="0" err="1">
                <a:latin typeface="Times New Roman" panose="02020603050405020304" pitchFamily="18" charset="0"/>
                <a:cs typeface="Times New Roman" panose="02020603050405020304" pitchFamily="18" charset="0"/>
              </a:rPr>
              <a:t>Ryan_Coogler</a:t>
            </a:r>
            <a:r>
              <a:rPr lang="en-US" dirty="0">
                <a:latin typeface="Times New Roman" panose="02020603050405020304" pitchFamily="18" charset="0"/>
                <a:cs typeface="Times New Roman" panose="02020603050405020304" pitchFamily="18" charset="0"/>
              </a:rPr>
              <a:t>. </a:t>
            </a:r>
          </a:p>
          <a:p>
            <a:endParaRPr lang="en-US" sz="1800" dirty="0"/>
          </a:p>
          <a:p>
            <a:pPr marL="0" indent="0">
              <a:buNone/>
            </a:pPr>
            <a:endParaRPr lang="en-US" dirty="0"/>
          </a:p>
        </p:txBody>
      </p:sp>
      <p:sp>
        <p:nvSpPr>
          <p:cNvPr id="4" name="TextBox 3">
            <a:extLst>
              <a:ext uri="{FF2B5EF4-FFF2-40B4-BE49-F238E27FC236}">
                <a16:creationId xmlns:a16="http://schemas.microsoft.com/office/drawing/2014/main" id="{1A358885-20AA-099C-7690-108CD2990F28}"/>
              </a:ext>
            </a:extLst>
          </p:cNvPr>
          <p:cNvSpPr txBox="1"/>
          <p:nvPr/>
        </p:nvSpPr>
        <p:spPr>
          <a:xfrm>
            <a:off x="763555" y="5701005"/>
            <a:ext cx="10664889"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of Claude AI to create subheadings for related points and for grammar edits in the thesis statement and reflection.</a:t>
            </a:r>
          </a:p>
        </p:txBody>
      </p:sp>
    </p:spTree>
    <p:extLst>
      <p:ext uri="{BB962C8B-B14F-4D97-AF65-F5344CB8AC3E}">
        <p14:creationId xmlns:p14="http://schemas.microsoft.com/office/powerpoint/2010/main" val="22365539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CEDABF-7176-4A42-8EF9-E5D4DD31FF6C}">
  <ds:schemaRefs>
    <ds:schemaRef ds:uri="71af3243-3dd4-4a8d-8c0d-dd76da1f02a5"/>
    <ds:schemaRef ds:uri="http://purl.org/dc/dcmitype/"/>
    <ds:schemaRef ds:uri="16c05727-aa75-4e4a-9b5f-8a80a1165891"/>
    <ds:schemaRef ds:uri="http://purl.org/dc/elements/1.1/"/>
    <ds:schemaRef ds:uri="http://www.w3.org/XML/1998/namespace"/>
    <ds:schemaRef ds:uri="http://schemas.microsoft.com/sharepoint/v3"/>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230e9df3-be65-4c73-a93b-d1236ebd677e"/>
  </ds:schemaRefs>
</ds:datastoreItem>
</file>

<file path=customXml/itemProps2.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3.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TM04033917[[fn=Berlin]]</Template>
  <TotalTime>1581</TotalTime>
  <Words>2410</Words>
  <Application>Microsoft Office PowerPoint</Application>
  <PresentationFormat>Widescreen</PresentationFormat>
  <Paragraphs>141</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Century Gothic</vt:lpstr>
      <vt:lpstr>Times New Roman</vt:lpstr>
      <vt:lpstr>Wingdings 3</vt:lpstr>
      <vt:lpstr>Ion</vt:lpstr>
      <vt:lpstr>Signature Assignment- Being Seen-The Presentation</vt:lpstr>
      <vt:lpstr>Course Context Changes</vt:lpstr>
      <vt:lpstr>Course Goal Viewing the Black Women</vt:lpstr>
      <vt:lpstr>Delivery Context</vt:lpstr>
      <vt:lpstr>PowerPoint Presentation</vt:lpstr>
      <vt:lpstr>Tasks</vt:lpstr>
      <vt:lpstr>Criteria</vt:lpstr>
      <vt:lpstr>AI Integration</vt:lpstr>
      <vt:lpstr>My Example Assignment: </vt:lpstr>
      <vt:lpstr>Sinners Background-</vt:lpstr>
      <vt:lpstr>Background continued</vt:lpstr>
      <vt:lpstr>Jezebel Trope Description</vt:lpstr>
      <vt:lpstr>Quote</vt:lpstr>
      <vt:lpstr>Quote</vt:lpstr>
      <vt:lpstr>Characterization continued. </vt:lpstr>
      <vt:lpstr>Erasure of Black women </vt:lpstr>
      <vt:lpstr>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Ree Brown</dc:creator>
  <cp:lastModifiedBy>Ree Brown</cp:lastModifiedBy>
  <cp:revision>1</cp:revision>
  <dcterms:created xsi:type="dcterms:W3CDTF">2026-07-04T15:25:34Z</dcterms:created>
  <dcterms:modified xsi:type="dcterms:W3CDTF">2026-07-05T18:18:08Z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