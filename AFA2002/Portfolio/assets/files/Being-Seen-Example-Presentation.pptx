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9" r:id="rId4"/>
  </p:sldMasterIdLst>
  <p:notesMasterIdLst>
    <p:notesMasterId r:id="rId22"/>
  </p:notesMasterIdLst>
  <p:handoutMasterIdLst>
    <p:handoutMasterId r:id="rId23"/>
  </p:handoutMasterIdLst>
  <p:sldIdLst>
    <p:sldId id="1497" r:id="rId5"/>
    <p:sldId id="1524" r:id="rId6"/>
    <p:sldId id="1518" r:id="rId7"/>
    <p:sldId id="1519" r:id="rId8"/>
    <p:sldId id="1498" r:id="rId9"/>
    <p:sldId id="1514" r:id="rId10"/>
    <p:sldId id="1515" r:id="rId11"/>
    <p:sldId id="1516" r:id="rId12"/>
    <p:sldId id="1499" r:id="rId13"/>
    <p:sldId id="1503" r:id="rId14"/>
    <p:sldId id="1523" r:id="rId15"/>
    <p:sldId id="1506" r:id="rId16"/>
    <p:sldId id="1513" r:id="rId17"/>
    <p:sldId id="1520" r:id="rId18"/>
    <p:sldId id="1521" r:id="rId19"/>
    <p:sldId id="1522" r:id="rId20"/>
    <p:sldId id="1511"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941987A-41B7-49AC-EE6E-03F2D0BD95BA}" name="Daria Naidenov" initials="DN" userId="S::danaidenov@microsoft.com::ab38ab5f-bdf0-4774-ae5a-d2782abb202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15D89B-74D1-451B-B746-2BB8E52950F4}" v="99" dt="2026-07-05T16:12:31.388"/>
  </p1510:revLst>
</p1510:revInfo>
</file>

<file path=ppt/tableStyles.xml><?xml version="1.0" encoding="utf-8"?>
<a:tblStyleLst xmlns:a="http://schemas.openxmlformats.org/drawingml/2006/main" def="{0E3FDE45-AF77-4B5C-9715-49D594BDF05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4673"/>
  </p:normalViewPr>
  <p:slideViewPr>
    <p:cSldViewPr snapToGrid="0">
      <p:cViewPr varScale="1">
        <p:scale>
          <a:sx n="78" d="100"/>
          <a:sy n="78" d="100"/>
        </p:scale>
        <p:origin x="926" y="62"/>
      </p:cViewPr>
      <p:guideLst/>
    </p:cSldViewPr>
  </p:slideViewPr>
  <p:notesTextViewPr>
    <p:cViewPr>
      <p:scale>
        <a:sx n="1" d="1"/>
        <a:sy n="1" d="1"/>
      </p:scale>
      <p:origin x="0" y="0"/>
    </p:cViewPr>
  </p:notesTextViewPr>
  <p:sorterViewPr>
    <p:cViewPr>
      <p:scale>
        <a:sx n="100" d="100"/>
        <a:sy n="100" d="100"/>
      </p:scale>
      <p:origin x="0" y="-19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e Brown" userId="6019b95bd8a428af" providerId="LiveId" clId="{D7E81A9A-C38B-4FB6-9F22-CDF0EA613CE7}"/>
    <pc:docChg chg="undo redo custSel addSld delSld modSld sldOrd">
      <pc:chgData name="Ree Brown" userId="6019b95bd8a428af" providerId="LiveId" clId="{D7E81A9A-C38B-4FB6-9F22-CDF0EA613CE7}" dt="2026-07-05T18:18:05.671" v="9613" actId="20577"/>
      <pc:docMkLst>
        <pc:docMk/>
      </pc:docMkLst>
      <pc:sldChg chg="modSp mod">
        <pc:chgData name="Ree Brown" userId="6019b95bd8a428af" providerId="LiveId" clId="{D7E81A9A-C38B-4FB6-9F22-CDF0EA613CE7}" dt="2026-07-05T17:38:10.097" v="9314" actId="20577"/>
        <pc:sldMkLst>
          <pc:docMk/>
          <pc:sldMk cId="1773831372" sldId="1497"/>
        </pc:sldMkLst>
        <pc:spChg chg="mod">
          <ac:chgData name="Ree Brown" userId="6019b95bd8a428af" providerId="LiveId" clId="{D7E81A9A-C38B-4FB6-9F22-CDF0EA613CE7}" dt="2026-07-05T17:38:10.097" v="9314" actId="20577"/>
          <ac:spMkLst>
            <pc:docMk/>
            <pc:sldMk cId="1773831372" sldId="1497"/>
            <ac:spMk id="2" creationId="{1F057989-07E4-B482-9F2A-EBF670F7FA92}"/>
          </ac:spMkLst>
        </pc:spChg>
        <pc:spChg chg="mod">
          <ac:chgData name="Ree Brown" userId="6019b95bd8a428af" providerId="LiveId" clId="{D7E81A9A-C38B-4FB6-9F22-CDF0EA613CE7}" dt="2026-07-05T15:09:31.699" v="5370" actId="20577"/>
          <ac:spMkLst>
            <pc:docMk/>
            <pc:sldMk cId="1773831372" sldId="1497"/>
            <ac:spMk id="3" creationId="{363CF5F8-0028-8636-5006-5D5C52B32774}"/>
          </ac:spMkLst>
        </pc:spChg>
      </pc:sldChg>
      <pc:sldChg chg="modSp mod">
        <pc:chgData name="Ree Brown" userId="6019b95bd8a428af" providerId="LiveId" clId="{D7E81A9A-C38B-4FB6-9F22-CDF0EA613CE7}" dt="2026-07-05T17:33:20.041" v="9262" actId="20577"/>
        <pc:sldMkLst>
          <pc:docMk/>
          <pc:sldMk cId="1545177064" sldId="1498"/>
        </pc:sldMkLst>
        <pc:spChg chg="mod">
          <ac:chgData name="Ree Brown" userId="6019b95bd8a428af" providerId="LiveId" clId="{D7E81A9A-C38B-4FB6-9F22-CDF0EA613CE7}" dt="2026-07-05T17:33:20.041" v="9262" actId="20577"/>
          <ac:spMkLst>
            <pc:docMk/>
            <pc:sldMk cId="1545177064" sldId="1498"/>
            <ac:spMk id="4" creationId="{A6CFC9F6-FFD3-F852-0522-CE2BCFC13C12}"/>
          </ac:spMkLst>
        </pc:spChg>
        <pc:spChg chg="mod">
          <ac:chgData name="Ree Brown" userId="6019b95bd8a428af" providerId="LiveId" clId="{D7E81A9A-C38B-4FB6-9F22-CDF0EA613CE7}" dt="2026-07-05T15:14:37.868" v="5425" actId="2711"/>
          <ac:spMkLst>
            <pc:docMk/>
            <pc:sldMk cId="1545177064" sldId="1498"/>
            <ac:spMk id="5" creationId="{350A50A5-8BA6-1B5D-AD63-1618BEF3A9B6}"/>
          </ac:spMkLst>
        </pc:spChg>
      </pc:sldChg>
      <pc:sldChg chg="addSp delSp modSp mod setBg addAnim delAnim setClrOvrMap delDesignElem chgLayout">
        <pc:chgData name="Ree Brown" userId="6019b95bd8a428af" providerId="LiveId" clId="{D7E81A9A-C38B-4FB6-9F22-CDF0EA613CE7}" dt="2026-07-05T17:46:33.802" v="9610" actId="255"/>
        <pc:sldMkLst>
          <pc:docMk/>
          <pc:sldMk cId="1751885377" sldId="1499"/>
        </pc:sldMkLst>
        <pc:spChg chg="add del mod ord">
          <ac:chgData name="Ree Brown" userId="6019b95bd8a428af" providerId="LiveId" clId="{D7E81A9A-C38B-4FB6-9F22-CDF0EA613CE7}" dt="2026-07-05T17:46:33.802" v="9610" actId="255"/>
          <ac:spMkLst>
            <pc:docMk/>
            <pc:sldMk cId="1751885377" sldId="1499"/>
            <ac:spMk id="2" creationId="{1ECC7084-C959-6935-0D99-455326A78F99}"/>
          </ac:spMkLst>
        </pc:spChg>
        <pc:spChg chg="add mod ord">
          <ac:chgData name="Ree Brown" userId="6019b95bd8a428af" providerId="LiveId" clId="{D7E81A9A-C38B-4FB6-9F22-CDF0EA613CE7}" dt="2026-07-04T21:40:30.991" v="3476" actId="1076"/>
          <ac:spMkLst>
            <pc:docMk/>
            <pc:sldMk cId="1751885377" sldId="1499"/>
            <ac:spMk id="7" creationId="{384485F1-991D-7098-0440-1788BA1C541F}"/>
          </ac:spMkLst>
        </pc:spChg>
        <pc:spChg chg="add del mod ord">
          <ac:chgData name="Ree Brown" userId="6019b95bd8a428af" providerId="LiveId" clId="{D7E81A9A-C38B-4FB6-9F22-CDF0EA613CE7}" dt="2026-07-04T19:21:09.957" v="1434" actId="931"/>
          <ac:spMkLst>
            <pc:docMk/>
            <pc:sldMk cId="1751885377" sldId="1499"/>
            <ac:spMk id="8" creationId="{2A84C1CE-2C70-1780-753E-1D3A900530B3}"/>
          </ac:spMkLst>
        </pc:spChg>
        <pc:spChg chg="add del">
          <ac:chgData name="Ree Brown" userId="6019b95bd8a428af" providerId="LiveId" clId="{D7E81A9A-C38B-4FB6-9F22-CDF0EA613CE7}" dt="2026-07-04T19:16:10.178" v="1393" actId="26606"/>
          <ac:spMkLst>
            <pc:docMk/>
            <pc:sldMk cId="1751885377" sldId="1499"/>
            <ac:spMk id="13" creationId="{989BE678-777B-482A-A616-FEDC47B162E5}"/>
          </ac:spMkLst>
        </pc:spChg>
        <pc:spChg chg="add del mod">
          <ac:chgData name="Ree Brown" userId="6019b95bd8a428af" providerId="LiveId" clId="{D7E81A9A-C38B-4FB6-9F22-CDF0EA613CE7}" dt="2026-07-04T19:21:39.753" v="1439" actId="478"/>
          <ac:spMkLst>
            <pc:docMk/>
            <pc:sldMk cId="1751885377" sldId="1499"/>
            <ac:spMk id="16" creationId="{0F3AF2DA-348D-30CA-4931-D0B43F140AF4}"/>
          </ac:spMkLst>
        </pc:spChg>
        <pc:spChg chg="add del">
          <ac:chgData name="Ree Brown" userId="6019b95bd8a428af" providerId="LiveId" clId="{D7E81A9A-C38B-4FB6-9F22-CDF0EA613CE7}" dt="2026-07-04T19:16:10.178" v="1393" actId="26606"/>
          <ac:spMkLst>
            <pc:docMk/>
            <pc:sldMk cId="1751885377" sldId="1499"/>
            <ac:spMk id="19" creationId="{D28BE0C3-2102-4820-B88B-A448B1840D14}"/>
          </ac:spMkLst>
        </pc:spChg>
        <pc:spChg chg="add del mod">
          <ac:chgData name="Ree Brown" userId="6019b95bd8a428af" providerId="LiveId" clId="{D7E81A9A-C38B-4FB6-9F22-CDF0EA613CE7}" dt="2026-07-04T19:21:43.650" v="1441" actId="478"/>
          <ac:spMkLst>
            <pc:docMk/>
            <pc:sldMk cId="1751885377" sldId="1499"/>
            <ac:spMk id="20" creationId="{ED9A1DC9-0C62-110C-8018-0BA57C80FA43}"/>
          </ac:spMkLst>
        </pc:spChg>
        <pc:spChg chg="add del">
          <ac:chgData name="Ree Brown" userId="6019b95bd8a428af" providerId="LiveId" clId="{D7E81A9A-C38B-4FB6-9F22-CDF0EA613CE7}" dt="2026-07-04T19:16:10.178" v="1393" actId="26606"/>
          <ac:spMkLst>
            <pc:docMk/>
            <pc:sldMk cId="1751885377" sldId="1499"/>
            <ac:spMk id="21" creationId="{4A5788BB-481F-4FC7-AD49-73D20DDD6AE4}"/>
          </ac:spMkLst>
        </pc:spChg>
        <pc:spChg chg="add del">
          <ac:chgData name="Ree Brown" userId="6019b95bd8a428af" providerId="LiveId" clId="{D7E81A9A-C38B-4FB6-9F22-CDF0EA613CE7}" dt="2026-07-04T19:16:22.611" v="1395" actId="26606"/>
          <ac:spMkLst>
            <pc:docMk/>
            <pc:sldMk cId="1751885377" sldId="1499"/>
            <ac:spMk id="25" creationId="{989BE678-777B-482A-A616-FEDC47B162E5}"/>
          </ac:spMkLst>
        </pc:spChg>
        <pc:spChg chg="add del">
          <ac:chgData name="Ree Brown" userId="6019b95bd8a428af" providerId="LiveId" clId="{D7E81A9A-C38B-4FB6-9F22-CDF0EA613CE7}" dt="2026-07-04T19:16:22.611" v="1395" actId="26606"/>
          <ac:spMkLst>
            <pc:docMk/>
            <pc:sldMk cId="1751885377" sldId="1499"/>
            <ac:spMk id="28" creationId="{D28BE0C3-2102-4820-B88B-A448B1840D14}"/>
          </ac:spMkLst>
        </pc:spChg>
        <pc:spChg chg="add del">
          <ac:chgData name="Ree Brown" userId="6019b95bd8a428af" providerId="LiveId" clId="{D7E81A9A-C38B-4FB6-9F22-CDF0EA613CE7}" dt="2026-07-04T19:16:22.611" v="1395" actId="26606"/>
          <ac:spMkLst>
            <pc:docMk/>
            <pc:sldMk cId="1751885377" sldId="1499"/>
            <ac:spMk id="29" creationId="{BFEFF673-A9DE-416D-A04E-1D50904542A9}"/>
          </ac:spMkLst>
        </pc:spChg>
        <pc:spChg chg="add">
          <ac:chgData name="Ree Brown" userId="6019b95bd8a428af" providerId="LiveId" clId="{D7E81A9A-C38B-4FB6-9F22-CDF0EA613CE7}" dt="2026-07-04T19:26:41.782" v="1513" actId="26606"/>
          <ac:spMkLst>
            <pc:docMk/>
            <pc:sldMk cId="1751885377" sldId="1499"/>
            <ac:spMk id="30" creationId="{989BE678-777B-482A-A616-FEDC47B162E5}"/>
          </ac:spMkLst>
        </pc:spChg>
        <pc:spChg chg="add del">
          <ac:chgData name="Ree Brown" userId="6019b95bd8a428af" providerId="LiveId" clId="{D7E81A9A-C38B-4FB6-9F22-CDF0EA613CE7}" dt="2026-07-04T19:16:27.681" v="1397" actId="26606"/>
          <ac:spMkLst>
            <pc:docMk/>
            <pc:sldMk cId="1751885377" sldId="1499"/>
            <ac:spMk id="33" creationId="{989BE678-777B-482A-A616-FEDC47B162E5}"/>
          </ac:spMkLst>
        </pc:spChg>
        <pc:spChg chg="add del">
          <ac:chgData name="Ree Brown" userId="6019b95bd8a428af" providerId="LiveId" clId="{D7E81A9A-C38B-4FB6-9F22-CDF0EA613CE7}" dt="2026-07-04T19:16:27.681" v="1397" actId="26606"/>
          <ac:spMkLst>
            <pc:docMk/>
            <pc:sldMk cId="1751885377" sldId="1499"/>
            <ac:spMk id="36" creationId="{D28BE0C3-2102-4820-B88B-A448B1840D14}"/>
          </ac:spMkLst>
        </pc:spChg>
        <pc:spChg chg="add del">
          <ac:chgData name="Ree Brown" userId="6019b95bd8a428af" providerId="LiveId" clId="{D7E81A9A-C38B-4FB6-9F22-CDF0EA613CE7}" dt="2026-07-04T19:16:39.982" v="1399" actId="26606"/>
          <ac:spMkLst>
            <pc:docMk/>
            <pc:sldMk cId="1751885377" sldId="1499"/>
            <ac:spMk id="40" creationId="{4AC0CD9D-7610-4620-93B4-798CCD9AB581}"/>
          </ac:spMkLst>
        </pc:spChg>
        <pc:spChg chg="add del">
          <ac:chgData name="Ree Brown" userId="6019b95bd8a428af" providerId="LiveId" clId="{D7E81A9A-C38B-4FB6-9F22-CDF0EA613CE7}" dt="2026-07-04T19:16:39.982" v="1399" actId="26606"/>
          <ac:spMkLst>
            <pc:docMk/>
            <pc:sldMk cId="1751885377" sldId="1499"/>
            <ac:spMk id="43" creationId="{DE4D62F9-188E-4530-84C2-24BDEE4BEB82}"/>
          </ac:spMkLst>
        </pc:spChg>
        <pc:spChg chg="add del">
          <ac:chgData name="Ree Brown" userId="6019b95bd8a428af" providerId="LiveId" clId="{D7E81A9A-C38B-4FB6-9F22-CDF0EA613CE7}" dt="2026-07-04T19:16:45.207" v="1401" actId="26606"/>
          <ac:spMkLst>
            <pc:docMk/>
            <pc:sldMk cId="1751885377" sldId="1499"/>
            <ac:spMk id="47" creationId="{4AC0CD9D-7610-4620-93B4-798CCD9AB581}"/>
          </ac:spMkLst>
        </pc:spChg>
        <pc:spChg chg="add del">
          <ac:chgData name="Ree Brown" userId="6019b95bd8a428af" providerId="LiveId" clId="{D7E81A9A-C38B-4FB6-9F22-CDF0EA613CE7}" dt="2026-07-04T19:16:45.207" v="1401" actId="26606"/>
          <ac:spMkLst>
            <pc:docMk/>
            <pc:sldMk cId="1751885377" sldId="1499"/>
            <ac:spMk id="50" creationId="{DE4D62F9-188E-4530-84C2-24BDEE4BEB82}"/>
          </ac:spMkLst>
        </pc:spChg>
        <pc:spChg chg="add del">
          <ac:chgData name="Ree Brown" userId="6019b95bd8a428af" providerId="LiveId" clId="{D7E81A9A-C38B-4FB6-9F22-CDF0EA613CE7}" dt="2026-07-04T19:16:45.207" v="1401" actId="26606"/>
          <ac:spMkLst>
            <pc:docMk/>
            <pc:sldMk cId="1751885377" sldId="1499"/>
            <ac:spMk id="51" creationId="{F3F4807A-5068-4492-8025-D75F320E908D}"/>
          </ac:spMkLst>
        </pc:spChg>
        <pc:spChg chg="add del">
          <ac:chgData name="Ree Brown" userId="6019b95bd8a428af" providerId="LiveId" clId="{D7E81A9A-C38B-4FB6-9F22-CDF0EA613CE7}" dt="2026-07-04T19:16:45.207" v="1401" actId="26606"/>
          <ac:spMkLst>
            <pc:docMk/>
            <pc:sldMk cId="1751885377" sldId="1499"/>
            <ac:spMk id="52" creationId="{B24996F8-180C-4DCB-8A26-DFA336CDEFBC}"/>
          </ac:spMkLst>
        </pc:spChg>
        <pc:spChg chg="add del">
          <ac:chgData name="Ree Brown" userId="6019b95bd8a428af" providerId="LiveId" clId="{D7E81A9A-C38B-4FB6-9F22-CDF0EA613CE7}" dt="2026-07-04T19:16:45.207" v="1401" actId="26606"/>
          <ac:spMkLst>
            <pc:docMk/>
            <pc:sldMk cId="1751885377" sldId="1499"/>
            <ac:spMk id="53" creationId="{D8B22DE2-C518-4F77-BE90-E1B6B1909D91}"/>
          </ac:spMkLst>
        </pc:spChg>
        <pc:spChg chg="add del">
          <ac:chgData name="Ree Brown" userId="6019b95bd8a428af" providerId="LiveId" clId="{D7E81A9A-C38B-4FB6-9F22-CDF0EA613CE7}" dt="2026-07-04T19:16:45.207" v="1401" actId="26606"/>
          <ac:spMkLst>
            <pc:docMk/>
            <pc:sldMk cId="1751885377" sldId="1499"/>
            <ac:spMk id="54" creationId="{630182B0-3559-41D5-9EBC-0BD86BEDAD09}"/>
          </ac:spMkLst>
        </pc:spChg>
        <pc:spChg chg="add del">
          <ac:chgData name="Ree Brown" userId="6019b95bd8a428af" providerId="LiveId" clId="{D7E81A9A-C38B-4FB6-9F22-CDF0EA613CE7}" dt="2026-07-04T19:16:47.272" v="1403" actId="26606"/>
          <ac:spMkLst>
            <pc:docMk/>
            <pc:sldMk cId="1751885377" sldId="1499"/>
            <ac:spMk id="58" creationId="{989BE678-777B-482A-A616-FEDC47B162E5}"/>
          </ac:spMkLst>
        </pc:spChg>
        <pc:spChg chg="add del">
          <ac:chgData name="Ree Brown" userId="6019b95bd8a428af" providerId="LiveId" clId="{D7E81A9A-C38B-4FB6-9F22-CDF0EA613CE7}" dt="2026-07-04T19:16:47.272" v="1403" actId="26606"/>
          <ac:spMkLst>
            <pc:docMk/>
            <pc:sldMk cId="1751885377" sldId="1499"/>
            <ac:spMk id="61" creationId="{D28BE0C3-2102-4820-B88B-A448B1840D14}"/>
          </ac:spMkLst>
        </pc:spChg>
        <pc:spChg chg="add">
          <ac:chgData name="Ree Brown" userId="6019b95bd8a428af" providerId="LiveId" clId="{D7E81A9A-C38B-4FB6-9F22-CDF0EA613CE7}" dt="2026-07-04T19:26:41.782" v="1513" actId="26606"/>
          <ac:spMkLst>
            <pc:docMk/>
            <pc:sldMk cId="1751885377" sldId="1499"/>
            <ac:spMk id="62" creationId="{D28BE0C3-2102-4820-B88B-A448B1840D14}"/>
          </ac:spMkLst>
        </pc:spChg>
        <pc:spChg chg="add del">
          <ac:chgData name="Ree Brown" userId="6019b95bd8a428af" providerId="LiveId" clId="{D7E81A9A-C38B-4FB6-9F22-CDF0EA613CE7}" dt="2026-07-04T19:16:47.830" v="1405" actId="26606"/>
          <ac:spMkLst>
            <pc:docMk/>
            <pc:sldMk cId="1751885377" sldId="1499"/>
            <ac:spMk id="65" creationId="{4AC0CD9D-7610-4620-93B4-798CCD9AB581}"/>
          </ac:spMkLst>
        </pc:spChg>
        <pc:spChg chg="add del">
          <ac:chgData name="Ree Brown" userId="6019b95bd8a428af" providerId="LiveId" clId="{D7E81A9A-C38B-4FB6-9F22-CDF0EA613CE7}" dt="2026-07-04T19:16:47.830" v="1405" actId="26606"/>
          <ac:spMkLst>
            <pc:docMk/>
            <pc:sldMk cId="1751885377" sldId="1499"/>
            <ac:spMk id="68" creationId="{DE4D62F9-188E-4530-84C2-24BDEE4BEB82}"/>
          </ac:spMkLst>
        </pc:spChg>
        <pc:spChg chg="add del">
          <ac:chgData name="Ree Brown" userId="6019b95bd8a428af" providerId="LiveId" clId="{D7E81A9A-C38B-4FB6-9F22-CDF0EA613CE7}" dt="2026-07-04T19:16:47.830" v="1405" actId="26606"/>
          <ac:spMkLst>
            <pc:docMk/>
            <pc:sldMk cId="1751885377" sldId="1499"/>
            <ac:spMk id="69" creationId="{C72330AA-E11E-458E-8798-12C7F77383B8}"/>
          </ac:spMkLst>
        </pc:spChg>
        <pc:spChg chg="add del">
          <ac:chgData name="Ree Brown" userId="6019b95bd8a428af" providerId="LiveId" clId="{D7E81A9A-C38B-4FB6-9F22-CDF0EA613CE7}" dt="2026-07-04T19:16:47.830" v="1405" actId="26606"/>
          <ac:spMkLst>
            <pc:docMk/>
            <pc:sldMk cId="1751885377" sldId="1499"/>
            <ac:spMk id="70" creationId="{A6BDC1B0-0C91-4230-BFEB-9C8ED19B9A3A}"/>
          </ac:spMkLst>
        </pc:spChg>
        <pc:spChg chg="add del">
          <ac:chgData name="Ree Brown" userId="6019b95bd8a428af" providerId="LiveId" clId="{D7E81A9A-C38B-4FB6-9F22-CDF0EA613CE7}" dt="2026-07-04T19:16:47.830" v="1405" actId="26606"/>
          <ac:spMkLst>
            <pc:docMk/>
            <pc:sldMk cId="1751885377" sldId="1499"/>
            <ac:spMk id="71" creationId="{68E0A26E-4EA8-4E6C-97A2-7B6C1C13F8CF}"/>
          </ac:spMkLst>
        </pc:spChg>
        <pc:spChg chg="add del">
          <ac:chgData name="Ree Brown" userId="6019b95bd8a428af" providerId="LiveId" clId="{D7E81A9A-C38B-4FB6-9F22-CDF0EA613CE7}" dt="2026-07-04T19:16:47.830" v="1405" actId="26606"/>
          <ac:spMkLst>
            <pc:docMk/>
            <pc:sldMk cId="1751885377" sldId="1499"/>
            <ac:spMk id="72" creationId="{C1841CC0-B7A9-4828-B82F-9C6B433BDCAE}"/>
          </ac:spMkLst>
        </pc:spChg>
        <pc:spChg chg="add">
          <ac:chgData name="Ree Brown" userId="6019b95bd8a428af" providerId="LiveId" clId="{D7E81A9A-C38B-4FB6-9F22-CDF0EA613CE7}" dt="2026-07-04T19:26:41.782" v="1513" actId="26606"/>
          <ac:spMkLst>
            <pc:docMk/>
            <pc:sldMk cId="1751885377" sldId="1499"/>
            <ac:spMk id="74" creationId="{4A5788BB-481F-4FC7-AD49-73D20DDD6AE4}"/>
          </ac:spMkLst>
        </pc:spChg>
        <pc:spChg chg="add del">
          <ac:chgData name="Ree Brown" userId="6019b95bd8a428af" providerId="LiveId" clId="{D7E81A9A-C38B-4FB6-9F22-CDF0EA613CE7}" dt="2026-07-04T19:16:51.402" v="1407" actId="26606"/>
          <ac:spMkLst>
            <pc:docMk/>
            <pc:sldMk cId="1751885377" sldId="1499"/>
            <ac:spMk id="81" creationId="{989BE678-777B-482A-A616-FEDC47B162E5}"/>
          </ac:spMkLst>
        </pc:spChg>
        <pc:spChg chg="add del">
          <ac:chgData name="Ree Brown" userId="6019b95bd8a428af" providerId="LiveId" clId="{D7E81A9A-C38B-4FB6-9F22-CDF0EA613CE7}" dt="2026-07-04T19:16:51.402" v="1407" actId="26606"/>
          <ac:spMkLst>
            <pc:docMk/>
            <pc:sldMk cId="1751885377" sldId="1499"/>
            <ac:spMk id="84" creationId="{D28BE0C3-2102-4820-B88B-A448B1840D14}"/>
          </ac:spMkLst>
        </pc:spChg>
        <pc:spChg chg="add del">
          <ac:chgData name="Ree Brown" userId="6019b95bd8a428af" providerId="LiveId" clId="{D7E81A9A-C38B-4FB6-9F22-CDF0EA613CE7}" dt="2026-07-04T19:16:51.402" v="1407" actId="26606"/>
          <ac:spMkLst>
            <pc:docMk/>
            <pc:sldMk cId="1751885377" sldId="1499"/>
            <ac:spMk id="85" creationId="{BFEFF673-A9DE-416D-A04E-1D50904542A9}"/>
          </ac:spMkLst>
        </pc:spChg>
        <pc:spChg chg="add del">
          <ac:chgData name="Ree Brown" userId="6019b95bd8a428af" providerId="LiveId" clId="{D7E81A9A-C38B-4FB6-9F22-CDF0EA613CE7}" dt="2026-07-04T19:16:54.215" v="1410" actId="26606"/>
          <ac:spMkLst>
            <pc:docMk/>
            <pc:sldMk cId="1751885377" sldId="1499"/>
            <ac:spMk id="89" creationId="{989BE678-777B-482A-A616-FEDC47B162E5}"/>
          </ac:spMkLst>
        </pc:spChg>
        <pc:spChg chg="add del">
          <ac:chgData name="Ree Brown" userId="6019b95bd8a428af" providerId="LiveId" clId="{D7E81A9A-C38B-4FB6-9F22-CDF0EA613CE7}" dt="2026-07-04T19:16:54.215" v="1410" actId="26606"/>
          <ac:spMkLst>
            <pc:docMk/>
            <pc:sldMk cId="1751885377" sldId="1499"/>
            <ac:spMk id="92" creationId="{D28BE0C3-2102-4820-B88B-A448B1840D14}"/>
          </ac:spMkLst>
        </pc:spChg>
        <pc:spChg chg="add del">
          <ac:chgData name="Ree Brown" userId="6019b95bd8a428af" providerId="LiveId" clId="{D7E81A9A-C38B-4FB6-9F22-CDF0EA613CE7}" dt="2026-07-04T19:16:54.215" v="1410" actId="26606"/>
          <ac:spMkLst>
            <pc:docMk/>
            <pc:sldMk cId="1751885377" sldId="1499"/>
            <ac:spMk id="93" creationId="{4A5788BB-481F-4FC7-AD49-73D20DDD6AE4}"/>
          </ac:spMkLst>
        </pc:spChg>
        <pc:spChg chg="add del">
          <ac:chgData name="Ree Brown" userId="6019b95bd8a428af" providerId="LiveId" clId="{D7E81A9A-C38B-4FB6-9F22-CDF0EA613CE7}" dt="2026-07-04T19:17:15.044" v="1412" actId="26606"/>
          <ac:spMkLst>
            <pc:docMk/>
            <pc:sldMk cId="1751885377" sldId="1499"/>
            <ac:spMk id="97" creationId="{4AC0CD9D-7610-4620-93B4-798CCD9AB581}"/>
          </ac:spMkLst>
        </pc:spChg>
        <pc:spChg chg="add del">
          <ac:chgData name="Ree Brown" userId="6019b95bd8a428af" providerId="LiveId" clId="{D7E81A9A-C38B-4FB6-9F22-CDF0EA613CE7}" dt="2026-07-04T19:17:15.044" v="1412" actId="26606"/>
          <ac:spMkLst>
            <pc:docMk/>
            <pc:sldMk cId="1751885377" sldId="1499"/>
            <ac:spMk id="100" creationId="{DE4D62F9-188E-4530-84C2-24BDEE4BEB82}"/>
          </ac:spMkLst>
        </pc:spChg>
        <pc:spChg chg="add del">
          <ac:chgData name="Ree Brown" userId="6019b95bd8a428af" providerId="LiveId" clId="{D7E81A9A-C38B-4FB6-9F22-CDF0EA613CE7}" dt="2026-07-04T19:17:15.044" v="1412" actId="26606"/>
          <ac:spMkLst>
            <pc:docMk/>
            <pc:sldMk cId="1751885377" sldId="1499"/>
            <ac:spMk id="101" creationId="{C72330AA-E11E-458E-8798-12C7F77383B8}"/>
          </ac:spMkLst>
        </pc:spChg>
        <pc:spChg chg="add del">
          <ac:chgData name="Ree Brown" userId="6019b95bd8a428af" providerId="LiveId" clId="{D7E81A9A-C38B-4FB6-9F22-CDF0EA613CE7}" dt="2026-07-04T19:17:15.044" v="1412" actId="26606"/>
          <ac:spMkLst>
            <pc:docMk/>
            <pc:sldMk cId="1751885377" sldId="1499"/>
            <ac:spMk id="102" creationId="{A6BDC1B0-0C91-4230-BFEB-9C8ED19B9A3A}"/>
          </ac:spMkLst>
        </pc:spChg>
        <pc:spChg chg="add del">
          <ac:chgData name="Ree Brown" userId="6019b95bd8a428af" providerId="LiveId" clId="{D7E81A9A-C38B-4FB6-9F22-CDF0EA613CE7}" dt="2026-07-04T19:17:15.044" v="1412" actId="26606"/>
          <ac:spMkLst>
            <pc:docMk/>
            <pc:sldMk cId="1751885377" sldId="1499"/>
            <ac:spMk id="103" creationId="{68E0A26E-4EA8-4E6C-97A2-7B6C1C13F8CF}"/>
          </ac:spMkLst>
        </pc:spChg>
        <pc:spChg chg="add del">
          <ac:chgData name="Ree Brown" userId="6019b95bd8a428af" providerId="LiveId" clId="{D7E81A9A-C38B-4FB6-9F22-CDF0EA613CE7}" dt="2026-07-04T19:17:15.044" v="1412" actId="26606"/>
          <ac:spMkLst>
            <pc:docMk/>
            <pc:sldMk cId="1751885377" sldId="1499"/>
            <ac:spMk id="104" creationId="{C1841CC0-B7A9-4828-B82F-9C6B433BDCAE}"/>
          </ac:spMkLst>
        </pc:spChg>
        <pc:spChg chg="add del">
          <ac:chgData name="Ree Brown" userId="6019b95bd8a428af" providerId="LiveId" clId="{D7E81A9A-C38B-4FB6-9F22-CDF0EA613CE7}" dt="2026-07-04T19:17:17.393" v="1415" actId="26606"/>
          <ac:spMkLst>
            <pc:docMk/>
            <pc:sldMk cId="1751885377" sldId="1499"/>
            <ac:spMk id="113" creationId="{989BE678-777B-482A-A616-FEDC47B162E5}"/>
          </ac:spMkLst>
        </pc:spChg>
        <pc:spChg chg="add del">
          <ac:chgData name="Ree Brown" userId="6019b95bd8a428af" providerId="LiveId" clId="{D7E81A9A-C38B-4FB6-9F22-CDF0EA613CE7}" dt="2026-07-04T19:17:17.393" v="1415" actId="26606"/>
          <ac:spMkLst>
            <pc:docMk/>
            <pc:sldMk cId="1751885377" sldId="1499"/>
            <ac:spMk id="116" creationId="{D28BE0C3-2102-4820-B88B-A448B1840D14}"/>
          </ac:spMkLst>
        </pc:spChg>
        <pc:spChg chg="add del">
          <ac:chgData name="Ree Brown" userId="6019b95bd8a428af" providerId="LiveId" clId="{D7E81A9A-C38B-4FB6-9F22-CDF0EA613CE7}" dt="2026-07-04T19:17:17.393" v="1415" actId="26606"/>
          <ac:spMkLst>
            <pc:docMk/>
            <pc:sldMk cId="1751885377" sldId="1499"/>
            <ac:spMk id="117" creationId="{4A5788BB-481F-4FC7-AD49-73D20DDD6AE4}"/>
          </ac:spMkLst>
        </pc:spChg>
        <pc:spChg chg="add del">
          <ac:chgData name="Ree Brown" userId="6019b95bd8a428af" providerId="LiveId" clId="{D7E81A9A-C38B-4FB6-9F22-CDF0EA613CE7}" dt="2026-07-04T19:18:30.083" v="1427" actId="26606"/>
          <ac:spMkLst>
            <pc:docMk/>
            <pc:sldMk cId="1751885377" sldId="1499"/>
            <ac:spMk id="121" creationId="{989BE678-777B-482A-A616-FEDC47B162E5}"/>
          </ac:spMkLst>
        </pc:spChg>
        <pc:spChg chg="add del">
          <ac:chgData name="Ree Brown" userId="6019b95bd8a428af" providerId="LiveId" clId="{D7E81A9A-C38B-4FB6-9F22-CDF0EA613CE7}" dt="2026-07-04T19:18:30.083" v="1427" actId="26606"/>
          <ac:spMkLst>
            <pc:docMk/>
            <pc:sldMk cId="1751885377" sldId="1499"/>
            <ac:spMk id="124" creationId="{D28BE0C3-2102-4820-B88B-A448B1840D14}"/>
          </ac:spMkLst>
        </pc:spChg>
        <pc:spChg chg="add del">
          <ac:chgData name="Ree Brown" userId="6019b95bd8a428af" providerId="LiveId" clId="{D7E81A9A-C38B-4FB6-9F22-CDF0EA613CE7}" dt="2026-07-04T19:18:30.083" v="1427" actId="26606"/>
          <ac:spMkLst>
            <pc:docMk/>
            <pc:sldMk cId="1751885377" sldId="1499"/>
            <ac:spMk id="125" creationId="{C6A81905-F480-46A4-BC10-215D24EA1AE6}"/>
          </ac:spMkLst>
        </pc:spChg>
        <pc:spChg chg="add del">
          <ac:chgData name="Ree Brown" userId="6019b95bd8a428af" providerId="LiveId" clId="{D7E81A9A-C38B-4FB6-9F22-CDF0EA613CE7}" dt="2026-07-04T19:18:30.083" v="1427" actId="26606"/>
          <ac:spMkLst>
            <pc:docMk/>
            <pc:sldMk cId="1751885377" sldId="1499"/>
            <ac:spMk id="126" creationId="{36FD4D9D-3784-41E8-8405-A42B72F51331}"/>
          </ac:spMkLst>
        </pc:spChg>
        <pc:spChg chg="add del">
          <ac:chgData name="Ree Brown" userId="6019b95bd8a428af" providerId="LiveId" clId="{D7E81A9A-C38B-4FB6-9F22-CDF0EA613CE7}" dt="2026-07-04T19:18:30.083" v="1427" actId="26606"/>
          <ac:spMkLst>
            <pc:docMk/>
            <pc:sldMk cId="1751885377" sldId="1499"/>
            <ac:spMk id="127" creationId="{60817A52-B891-4228-A61E-0C0A57632DDA}"/>
          </ac:spMkLst>
        </pc:spChg>
        <pc:spChg chg="add del">
          <ac:chgData name="Ree Brown" userId="6019b95bd8a428af" providerId="LiveId" clId="{D7E81A9A-C38B-4FB6-9F22-CDF0EA613CE7}" dt="2026-07-04T19:23:20.039" v="1468" actId="26606"/>
          <ac:spMkLst>
            <pc:docMk/>
            <pc:sldMk cId="1751885377" sldId="1499"/>
            <ac:spMk id="135" creationId="{C9AA3421-14DF-468E-8E1F-C7495E95AE15}"/>
          </ac:spMkLst>
        </pc:spChg>
        <pc:spChg chg="add del">
          <ac:chgData name="Ree Brown" userId="6019b95bd8a428af" providerId="LiveId" clId="{D7E81A9A-C38B-4FB6-9F22-CDF0EA613CE7}" dt="2026-07-04T19:18:21.106" v="1422" actId="26606"/>
          <ac:spMkLst>
            <pc:docMk/>
            <pc:sldMk cId="1751885377" sldId="1499"/>
            <ac:spMk id="136" creationId="{989BE678-777B-482A-A616-FEDC47B162E5}"/>
          </ac:spMkLst>
        </pc:spChg>
        <pc:spChg chg="add del">
          <ac:chgData name="Ree Brown" userId="6019b95bd8a428af" providerId="LiveId" clId="{D7E81A9A-C38B-4FB6-9F22-CDF0EA613CE7}" dt="2026-07-04T19:18:21.106" v="1422" actId="26606"/>
          <ac:spMkLst>
            <pc:docMk/>
            <pc:sldMk cId="1751885377" sldId="1499"/>
            <ac:spMk id="142" creationId="{D28BE0C3-2102-4820-B88B-A448B1840D14}"/>
          </ac:spMkLst>
        </pc:spChg>
        <pc:spChg chg="add del">
          <ac:chgData name="Ree Brown" userId="6019b95bd8a428af" providerId="LiveId" clId="{D7E81A9A-C38B-4FB6-9F22-CDF0EA613CE7}" dt="2026-07-04T19:18:23.631" v="1424" actId="26606"/>
          <ac:spMkLst>
            <pc:docMk/>
            <pc:sldMk cId="1751885377" sldId="1499"/>
            <ac:spMk id="146" creationId="{989BE678-777B-482A-A616-FEDC47B162E5}"/>
          </ac:spMkLst>
        </pc:spChg>
        <pc:spChg chg="add del">
          <ac:chgData name="Ree Brown" userId="6019b95bd8a428af" providerId="LiveId" clId="{D7E81A9A-C38B-4FB6-9F22-CDF0EA613CE7}" dt="2026-07-04T19:18:23.631" v="1424" actId="26606"/>
          <ac:spMkLst>
            <pc:docMk/>
            <pc:sldMk cId="1751885377" sldId="1499"/>
            <ac:spMk id="149" creationId="{D28BE0C3-2102-4820-B88B-A448B1840D14}"/>
          </ac:spMkLst>
        </pc:spChg>
        <pc:spChg chg="add del">
          <ac:chgData name="Ree Brown" userId="6019b95bd8a428af" providerId="LiveId" clId="{D7E81A9A-C38B-4FB6-9F22-CDF0EA613CE7}" dt="2026-07-04T19:18:30.048" v="1426" actId="26606"/>
          <ac:spMkLst>
            <pc:docMk/>
            <pc:sldMk cId="1751885377" sldId="1499"/>
            <ac:spMk id="153" creationId="{989BE678-777B-482A-A616-FEDC47B162E5}"/>
          </ac:spMkLst>
        </pc:spChg>
        <pc:spChg chg="add del">
          <ac:chgData name="Ree Brown" userId="6019b95bd8a428af" providerId="LiveId" clId="{D7E81A9A-C38B-4FB6-9F22-CDF0EA613CE7}" dt="2026-07-04T19:18:30.048" v="1426" actId="26606"/>
          <ac:spMkLst>
            <pc:docMk/>
            <pc:sldMk cId="1751885377" sldId="1499"/>
            <ac:spMk id="156" creationId="{D28BE0C3-2102-4820-B88B-A448B1840D14}"/>
          </ac:spMkLst>
        </pc:spChg>
        <pc:spChg chg="add del">
          <ac:chgData name="Ree Brown" userId="6019b95bd8a428af" providerId="LiveId" clId="{D7E81A9A-C38B-4FB6-9F22-CDF0EA613CE7}" dt="2026-07-04T19:20:57.035" v="1430" actId="700"/>
          <ac:spMkLst>
            <pc:docMk/>
            <pc:sldMk cId="1751885377" sldId="1499"/>
            <ac:spMk id="160" creationId="{989BE678-777B-482A-A616-FEDC47B162E5}"/>
          </ac:spMkLst>
        </pc:spChg>
        <pc:spChg chg="add del">
          <ac:chgData name="Ree Brown" userId="6019b95bd8a428af" providerId="LiveId" clId="{D7E81A9A-C38B-4FB6-9F22-CDF0EA613CE7}" dt="2026-07-04T19:20:57.035" v="1430" actId="700"/>
          <ac:spMkLst>
            <pc:docMk/>
            <pc:sldMk cId="1751885377" sldId="1499"/>
            <ac:spMk id="163" creationId="{D28BE0C3-2102-4820-B88B-A448B1840D14}"/>
          </ac:spMkLst>
        </pc:spChg>
        <pc:spChg chg="add del">
          <ac:chgData name="Ree Brown" userId="6019b95bd8a428af" providerId="LiveId" clId="{D7E81A9A-C38B-4FB6-9F22-CDF0EA613CE7}" dt="2026-07-04T19:20:57.035" v="1430" actId="700"/>
          <ac:spMkLst>
            <pc:docMk/>
            <pc:sldMk cId="1751885377" sldId="1499"/>
            <ac:spMk id="164" creationId="{4A5788BB-481F-4FC7-AD49-73D20DDD6AE4}"/>
          </ac:spMkLst>
        </pc:spChg>
        <pc:spChg chg="add del">
          <ac:chgData name="Ree Brown" userId="6019b95bd8a428af" providerId="LiveId" clId="{D7E81A9A-C38B-4FB6-9F22-CDF0EA613CE7}" dt="2026-07-04T19:24:43.408" v="1482" actId="26606"/>
          <ac:spMkLst>
            <pc:docMk/>
            <pc:sldMk cId="1751885377" sldId="1499"/>
            <ac:spMk id="165" creationId="{9499C9FE-4B17-4937-9EB8-3E1A97E32D88}"/>
          </ac:spMkLst>
        </pc:spChg>
        <pc:spChg chg="add del">
          <ac:chgData name="Ree Brown" userId="6019b95bd8a428af" providerId="LiveId" clId="{D7E81A9A-C38B-4FB6-9F22-CDF0EA613CE7}" dt="2026-07-04T19:23:29.492" v="1470" actId="26606"/>
          <ac:spMkLst>
            <pc:docMk/>
            <pc:sldMk cId="1751885377" sldId="1499"/>
            <ac:spMk id="206" creationId="{7A776897-8419-4FC1-8178-13891A1CEB36}"/>
          </ac:spMkLst>
        </pc:spChg>
        <pc:spChg chg="add del">
          <ac:chgData name="Ree Brown" userId="6019b95bd8a428af" providerId="LiveId" clId="{D7E81A9A-C38B-4FB6-9F22-CDF0EA613CE7}" dt="2026-07-04T19:24:46.718" v="1484" actId="26606"/>
          <ac:spMkLst>
            <pc:docMk/>
            <pc:sldMk cId="1751885377" sldId="1499"/>
            <ac:spMk id="220" creationId="{8334A2EF-69D9-41C1-9876-91D7FCF7C3C4}"/>
          </ac:spMkLst>
        </pc:spChg>
        <pc:spChg chg="add del">
          <ac:chgData name="Ree Brown" userId="6019b95bd8a428af" providerId="LiveId" clId="{D7E81A9A-C38B-4FB6-9F22-CDF0EA613CE7}" dt="2026-07-04T19:24:46.718" v="1484" actId="26606"/>
          <ac:spMkLst>
            <pc:docMk/>
            <pc:sldMk cId="1751885377" sldId="1499"/>
            <ac:spMk id="243" creationId="{C8CA0C52-5ACA-4F17-AA4A-312E0E110981}"/>
          </ac:spMkLst>
        </pc:spChg>
        <pc:spChg chg="add del">
          <ac:chgData name="Ree Brown" userId="6019b95bd8a428af" providerId="LiveId" clId="{D7E81A9A-C38B-4FB6-9F22-CDF0EA613CE7}" dt="2026-07-04T19:24:46.718" v="1484" actId="26606"/>
          <ac:spMkLst>
            <pc:docMk/>
            <pc:sldMk cId="1751885377" sldId="1499"/>
            <ac:spMk id="244" creationId="{4F37E7FB-7372-47E3-914E-7CF7E94B1C49}"/>
          </ac:spMkLst>
        </pc:spChg>
        <pc:spChg chg="add del">
          <ac:chgData name="Ree Brown" userId="6019b95bd8a428af" providerId="LiveId" clId="{D7E81A9A-C38B-4FB6-9F22-CDF0EA613CE7}" dt="2026-07-04T19:23:33.465" v="1472" actId="26606"/>
          <ac:spMkLst>
            <pc:docMk/>
            <pc:sldMk cId="1751885377" sldId="1499"/>
            <ac:spMk id="253" creationId="{5E6E69F2-0235-4F71-A7DA-7E1EA0BB4D9D}"/>
          </ac:spMkLst>
        </pc:spChg>
        <pc:spChg chg="add del">
          <ac:chgData name="Ree Brown" userId="6019b95bd8a428af" providerId="LiveId" clId="{D7E81A9A-C38B-4FB6-9F22-CDF0EA613CE7}" dt="2026-07-04T19:25:15.705" v="1497" actId="26606"/>
          <ac:spMkLst>
            <pc:docMk/>
            <pc:sldMk cId="1751885377" sldId="1499"/>
            <ac:spMk id="274" creationId="{F25D9EEC-24EA-4FED-9057-A7DF62184176}"/>
          </ac:spMkLst>
        </pc:spChg>
        <pc:spChg chg="add del">
          <ac:chgData name="Ree Brown" userId="6019b95bd8a428af" providerId="LiveId" clId="{D7E81A9A-C38B-4FB6-9F22-CDF0EA613CE7}" dt="2026-07-04T19:23:35.222" v="1474" actId="26606"/>
          <ac:spMkLst>
            <pc:docMk/>
            <pc:sldMk cId="1751885377" sldId="1499"/>
            <ac:spMk id="301" creationId="{4073BB3D-5311-4C53-A7AA-D4D1087664F3}"/>
          </ac:spMkLst>
        </pc:spChg>
        <pc:spChg chg="add mod">
          <ac:chgData name="Ree Brown" userId="6019b95bd8a428af" providerId="LiveId" clId="{D7E81A9A-C38B-4FB6-9F22-CDF0EA613CE7}" dt="2026-07-04T21:40:41.292" v="3479" actId="1076"/>
          <ac:spMkLst>
            <pc:docMk/>
            <pc:sldMk cId="1751885377" sldId="1499"/>
            <ac:spMk id="326" creationId="{116FD405-9432-46CA-04F4-3ADE39B5CD51}"/>
          </ac:spMkLst>
        </pc:spChg>
        <pc:spChg chg="add del">
          <ac:chgData name="Ree Brown" userId="6019b95bd8a428af" providerId="LiveId" clId="{D7E81A9A-C38B-4FB6-9F22-CDF0EA613CE7}" dt="2026-07-04T19:25:19.763" v="1501" actId="26606"/>
          <ac:spMkLst>
            <pc:docMk/>
            <pc:sldMk cId="1751885377" sldId="1499"/>
            <ac:spMk id="348" creationId="{5E6E69F2-0235-4F71-A7DA-7E1EA0BB4D9D}"/>
          </ac:spMkLst>
        </pc:spChg>
        <pc:grpChg chg="add del">
          <ac:chgData name="Ree Brown" userId="6019b95bd8a428af" providerId="LiveId" clId="{D7E81A9A-C38B-4FB6-9F22-CDF0EA613CE7}" dt="2026-07-04T19:23:20.039" v="1468" actId="26606"/>
          <ac:grpSpMkLst>
            <pc:docMk/>
            <pc:sldMk cId="1751885377" sldId="1499"/>
            <ac:grpSpMk id="14" creationId="{E024D248-87CA-4666-BB50-B93BF1A6FB3C}"/>
          </ac:grpSpMkLst>
        </pc:grpChg>
        <pc:grpChg chg="add del">
          <ac:chgData name="Ree Brown" userId="6019b95bd8a428af" providerId="LiveId" clId="{D7E81A9A-C38B-4FB6-9F22-CDF0EA613CE7}" dt="2026-07-04T19:24:43.408" v="1482" actId="26606"/>
          <ac:grpSpMkLst>
            <pc:docMk/>
            <pc:sldMk cId="1751885377" sldId="1499"/>
            <ac:grpSpMk id="37" creationId="{2DAE3342-9DFC-49D4-B09C-25E310769317}"/>
          </ac:grpSpMkLst>
        </pc:grpChg>
        <pc:grpChg chg="add del">
          <ac:chgData name="Ree Brown" userId="6019b95bd8a428af" providerId="LiveId" clId="{D7E81A9A-C38B-4FB6-9F22-CDF0EA613CE7}" dt="2026-07-04T19:23:20.039" v="1468" actId="26606"/>
          <ac:grpSpMkLst>
            <pc:docMk/>
            <pc:sldMk cId="1751885377" sldId="1499"/>
            <ac:grpSpMk id="129" creationId="{38BE3980-E33C-47F5-9C30-74FF864BE1C2}"/>
          </ac:grpSpMkLst>
        </pc:grpChg>
        <pc:grpChg chg="add del">
          <ac:chgData name="Ree Brown" userId="6019b95bd8a428af" providerId="LiveId" clId="{D7E81A9A-C38B-4FB6-9F22-CDF0EA613CE7}" dt="2026-07-04T19:23:20.039" v="1468" actId="26606"/>
          <ac:grpSpMkLst>
            <pc:docMk/>
            <pc:sldMk cId="1751885377" sldId="1499"/>
            <ac:grpSpMk id="137" creationId="{6AB06098-65D0-4DC6-8D98-F0CECB98633A}"/>
          </ac:grpSpMkLst>
        </pc:grpChg>
        <pc:grpChg chg="add del">
          <ac:chgData name="Ree Brown" userId="6019b95bd8a428af" providerId="LiveId" clId="{D7E81A9A-C38B-4FB6-9F22-CDF0EA613CE7}" dt="2026-07-04T19:24:43.408" v="1482" actId="26606"/>
          <ac:grpSpMkLst>
            <pc:docMk/>
            <pc:sldMk cId="1751885377" sldId="1499"/>
            <ac:grpSpMk id="141" creationId="{B54F73D8-62C2-4127-9D19-01219BBB9942}"/>
          </ac:grpSpMkLst>
        </pc:grpChg>
        <pc:grpChg chg="add del">
          <ac:chgData name="Ree Brown" userId="6019b95bd8a428af" providerId="LiveId" clId="{D7E81A9A-C38B-4FB6-9F22-CDF0EA613CE7}" dt="2026-07-04T19:24:43.408" v="1482" actId="26606"/>
          <ac:grpSpMkLst>
            <pc:docMk/>
            <pc:sldMk cId="1751885377" sldId="1499"/>
            <ac:grpSpMk id="166" creationId="{BA1AA859-8E3B-49BF-83F6-ADF050A2CF37}"/>
          </ac:grpSpMkLst>
        </pc:grpChg>
        <pc:grpChg chg="add del">
          <ac:chgData name="Ree Brown" userId="6019b95bd8a428af" providerId="LiveId" clId="{D7E81A9A-C38B-4FB6-9F22-CDF0EA613CE7}" dt="2026-07-04T19:23:20.039" v="1468" actId="26606"/>
          <ac:grpSpMkLst>
            <pc:docMk/>
            <pc:sldMk cId="1751885377" sldId="1499"/>
            <ac:grpSpMk id="177" creationId="{A4D9904B-CDB4-4324-8CE9-8FBFCD9C1482}"/>
          </ac:grpSpMkLst>
        </pc:grpChg>
        <pc:grpChg chg="add del">
          <ac:chgData name="Ree Brown" userId="6019b95bd8a428af" providerId="LiveId" clId="{D7E81A9A-C38B-4FB6-9F22-CDF0EA613CE7}" dt="2026-07-04T19:23:29.492" v="1470" actId="26606"/>
          <ac:grpSpMkLst>
            <pc:docMk/>
            <pc:sldMk cId="1751885377" sldId="1499"/>
            <ac:grpSpMk id="182" creationId="{E024D248-87CA-4666-BB50-B93BF1A6FB3C}"/>
          </ac:grpSpMkLst>
        </pc:grpChg>
        <pc:grpChg chg="add del">
          <ac:chgData name="Ree Brown" userId="6019b95bd8a428af" providerId="LiveId" clId="{D7E81A9A-C38B-4FB6-9F22-CDF0EA613CE7}" dt="2026-07-04T19:24:43.408" v="1482" actId="26606"/>
          <ac:grpSpMkLst>
            <pc:docMk/>
            <pc:sldMk cId="1751885377" sldId="1499"/>
            <ac:grpSpMk id="188" creationId="{0D2C6055-EB42-4E7C-B358-308A54C713E3}"/>
          </ac:grpSpMkLst>
        </pc:grpChg>
        <pc:grpChg chg="add del">
          <ac:chgData name="Ree Brown" userId="6019b95bd8a428af" providerId="LiveId" clId="{D7E81A9A-C38B-4FB6-9F22-CDF0EA613CE7}" dt="2026-07-04T19:24:46.718" v="1484" actId="26606"/>
          <ac:grpSpMkLst>
            <pc:docMk/>
            <pc:sldMk cId="1751885377" sldId="1499"/>
            <ac:grpSpMk id="193" creationId="{2DAE3342-9DFC-49D4-B09C-25E310769317}"/>
          </ac:grpSpMkLst>
        </pc:grpChg>
        <pc:grpChg chg="add del">
          <ac:chgData name="Ree Brown" userId="6019b95bd8a428af" providerId="LiveId" clId="{D7E81A9A-C38B-4FB6-9F22-CDF0EA613CE7}" dt="2026-07-04T19:23:29.492" v="1470" actId="26606"/>
          <ac:grpSpMkLst>
            <pc:docMk/>
            <pc:sldMk cId="1751885377" sldId="1499"/>
            <ac:grpSpMk id="202" creationId="{38BE3980-E33C-47F5-9C30-74FF864BE1C2}"/>
          </ac:grpSpMkLst>
        </pc:grpChg>
        <pc:grpChg chg="add del">
          <ac:chgData name="Ree Brown" userId="6019b95bd8a428af" providerId="LiveId" clId="{D7E81A9A-C38B-4FB6-9F22-CDF0EA613CE7}" dt="2026-07-04T19:23:29.492" v="1470" actId="26606"/>
          <ac:grpSpMkLst>
            <pc:docMk/>
            <pc:sldMk cId="1751885377" sldId="1499"/>
            <ac:grpSpMk id="207" creationId="{AB3515FC-94D0-4747-8282-011865E64943}"/>
          </ac:grpSpMkLst>
        </pc:grpChg>
        <pc:grpChg chg="add del">
          <ac:chgData name="Ree Brown" userId="6019b95bd8a428af" providerId="LiveId" clId="{D7E81A9A-C38B-4FB6-9F22-CDF0EA613CE7}" dt="2026-07-04T19:24:46.718" v="1484" actId="26606"/>
          <ac:grpSpMkLst>
            <pc:docMk/>
            <pc:sldMk cId="1751885377" sldId="1499"/>
            <ac:grpSpMk id="216" creationId="{B54F73D8-62C2-4127-9D19-01219BBB9942}"/>
          </ac:grpSpMkLst>
        </pc:grpChg>
        <pc:grpChg chg="add del">
          <ac:chgData name="Ree Brown" userId="6019b95bd8a428af" providerId="LiveId" clId="{D7E81A9A-C38B-4FB6-9F22-CDF0EA613CE7}" dt="2026-07-04T19:24:46.718" v="1484" actId="26606"/>
          <ac:grpSpMkLst>
            <pc:docMk/>
            <pc:sldMk cId="1751885377" sldId="1499"/>
            <ac:grpSpMk id="221" creationId="{874C0C03-1202-4DC9-BA33-998DDFB3FB89}"/>
          </ac:grpSpMkLst>
        </pc:grpChg>
        <pc:grpChg chg="add del">
          <ac:chgData name="Ree Brown" userId="6019b95bd8a428af" providerId="LiveId" clId="{D7E81A9A-C38B-4FB6-9F22-CDF0EA613CE7}" dt="2026-07-04T19:23:29.492" v="1470" actId="26606"/>
          <ac:grpSpMkLst>
            <pc:docMk/>
            <pc:sldMk cId="1751885377" sldId="1499"/>
            <ac:grpSpMk id="227" creationId="{C2DADFCD-95D2-4023-A8AB-13C40B023DD7}"/>
          </ac:grpSpMkLst>
        </pc:grpChg>
        <pc:grpChg chg="add del">
          <ac:chgData name="Ree Brown" userId="6019b95bd8a428af" providerId="LiveId" clId="{D7E81A9A-C38B-4FB6-9F22-CDF0EA613CE7}" dt="2026-07-04T19:23:33.465" v="1472" actId="26606"/>
          <ac:grpSpMkLst>
            <pc:docMk/>
            <pc:sldMk cId="1751885377" sldId="1499"/>
            <ac:grpSpMk id="232" creationId="{E024D248-87CA-4666-BB50-B93BF1A6FB3C}"/>
          </ac:grpSpMkLst>
        </pc:grpChg>
        <pc:grpChg chg="add del">
          <ac:chgData name="Ree Brown" userId="6019b95bd8a428af" providerId="LiveId" clId="{D7E81A9A-C38B-4FB6-9F22-CDF0EA613CE7}" dt="2026-07-04T19:25:15.705" v="1497" actId="26606"/>
          <ac:grpSpMkLst>
            <pc:docMk/>
            <pc:sldMk cId="1751885377" sldId="1499"/>
            <ac:grpSpMk id="246" creationId="{2DAE3342-9DFC-49D4-B09C-25E310769317}"/>
          </ac:grpSpMkLst>
        </pc:grpChg>
        <pc:grpChg chg="add del">
          <ac:chgData name="Ree Brown" userId="6019b95bd8a428af" providerId="LiveId" clId="{D7E81A9A-C38B-4FB6-9F22-CDF0EA613CE7}" dt="2026-07-04T19:23:33.465" v="1472" actId="26606"/>
          <ac:grpSpMkLst>
            <pc:docMk/>
            <pc:sldMk cId="1751885377" sldId="1499"/>
            <ac:grpSpMk id="249" creationId="{38BE3980-E33C-47F5-9C30-74FF864BE1C2}"/>
          </ac:grpSpMkLst>
        </pc:grpChg>
        <pc:grpChg chg="add del">
          <ac:chgData name="Ree Brown" userId="6019b95bd8a428af" providerId="LiveId" clId="{D7E81A9A-C38B-4FB6-9F22-CDF0EA613CE7}" dt="2026-07-04T19:23:33.465" v="1472" actId="26606"/>
          <ac:grpSpMkLst>
            <pc:docMk/>
            <pc:sldMk cId="1751885377" sldId="1499"/>
            <ac:grpSpMk id="254" creationId="{542D2976-52CB-4C9F-856C-00079CCF13AA}"/>
          </ac:grpSpMkLst>
        </pc:grpChg>
        <pc:grpChg chg="add del">
          <ac:chgData name="Ree Brown" userId="6019b95bd8a428af" providerId="LiveId" clId="{D7E81A9A-C38B-4FB6-9F22-CDF0EA613CE7}" dt="2026-07-04T19:25:15.705" v="1497" actId="26606"/>
          <ac:grpSpMkLst>
            <pc:docMk/>
            <pc:sldMk cId="1751885377" sldId="1499"/>
            <ac:grpSpMk id="269" creationId="{B54F73D8-62C2-4127-9D19-01219BBB9942}"/>
          </ac:grpSpMkLst>
        </pc:grpChg>
        <pc:grpChg chg="add del">
          <ac:chgData name="Ree Brown" userId="6019b95bd8a428af" providerId="LiveId" clId="{D7E81A9A-C38B-4FB6-9F22-CDF0EA613CE7}" dt="2026-07-04T19:23:33.465" v="1472" actId="26606"/>
          <ac:grpSpMkLst>
            <pc:docMk/>
            <pc:sldMk cId="1751885377" sldId="1499"/>
            <ac:grpSpMk id="272" creationId="{3D735544-EA59-4A7D-B899-D0038636FE7D}"/>
          </ac:grpSpMkLst>
        </pc:grpChg>
        <pc:grpChg chg="add del">
          <ac:chgData name="Ree Brown" userId="6019b95bd8a428af" providerId="LiveId" clId="{D7E81A9A-C38B-4FB6-9F22-CDF0EA613CE7}" dt="2026-07-04T19:25:15.705" v="1497" actId="26606"/>
          <ac:grpSpMkLst>
            <pc:docMk/>
            <pc:sldMk cId="1751885377" sldId="1499"/>
            <ac:grpSpMk id="275" creationId="{EE6BBC07-CF0C-4EE5-8031-F879DB97AE09}"/>
          </ac:grpSpMkLst>
        </pc:grpChg>
        <pc:grpChg chg="add del">
          <ac:chgData name="Ree Brown" userId="6019b95bd8a428af" providerId="LiveId" clId="{D7E81A9A-C38B-4FB6-9F22-CDF0EA613CE7}" dt="2026-07-04T19:23:35.222" v="1474" actId="26606"/>
          <ac:grpSpMkLst>
            <pc:docMk/>
            <pc:sldMk cId="1751885377" sldId="1499"/>
            <ac:grpSpMk id="277" creationId="{E024D248-87CA-4666-BB50-B93BF1A6FB3C}"/>
          </ac:grpSpMkLst>
        </pc:grpChg>
        <pc:grpChg chg="add del">
          <ac:chgData name="Ree Brown" userId="6019b95bd8a428af" providerId="LiveId" clId="{D7E81A9A-C38B-4FB6-9F22-CDF0EA613CE7}" dt="2026-07-04T19:25:15.705" v="1497" actId="26606"/>
          <ac:grpSpMkLst>
            <pc:docMk/>
            <pc:sldMk cId="1751885377" sldId="1499"/>
            <ac:grpSpMk id="296" creationId="{C823590F-2DA6-407F-920B-C16D7DF273D0}"/>
          </ac:grpSpMkLst>
        </pc:grpChg>
        <pc:grpChg chg="add del">
          <ac:chgData name="Ree Brown" userId="6019b95bd8a428af" providerId="LiveId" clId="{D7E81A9A-C38B-4FB6-9F22-CDF0EA613CE7}" dt="2026-07-04T19:23:35.222" v="1474" actId="26606"/>
          <ac:grpSpMkLst>
            <pc:docMk/>
            <pc:sldMk cId="1751885377" sldId="1499"/>
            <ac:grpSpMk id="297" creationId="{38BE3980-E33C-47F5-9C30-74FF864BE1C2}"/>
          </ac:grpSpMkLst>
        </pc:grpChg>
        <pc:grpChg chg="add del">
          <ac:chgData name="Ree Brown" userId="6019b95bd8a428af" providerId="LiveId" clId="{D7E81A9A-C38B-4FB6-9F22-CDF0EA613CE7}" dt="2026-07-04T19:23:35.222" v="1474" actId="26606"/>
          <ac:grpSpMkLst>
            <pc:docMk/>
            <pc:sldMk cId="1751885377" sldId="1499"/>
            <ac:grpSpMk id="302" creationId="{A58F2F30-A1A9-4987-A87C-CBFF99B622F5}"/>
          </ac:grpSpMkLst>
        </pc:grpChg>
        <pc:grpChg chg="add del">
          <ac:chgData name="Ree Brown" userId="6019b95bd8a428af" providerId="LiveId" clId="{D7E81A9A-C38B-4FB6-9F22-CDF0EA613CE7}" dt="2026-07-04T19:23:35.222" v="1474" actId="26606"/>
          <ac:grpSpMkLst>
            <pc:docMk/>
            <pc:sldMk cId="1751885377" sldId="1499"/>
            <ac:grpSpMk id="322" creationId="{ACE0F3D7-CAEE-4AC8-B8B1-883B45EA4C47}"/>
          </ac:grpSpMkLst>
        </pc:grpChg>
        <pc:grpChg chg="add del">
          <ac:chgData name="Ree Brown" userId="6019b95bd8a428af" providerId="LiveId" clId="{D7E81A9A-C38B-4FB6-9F22-CDF0EA613CE7}" dt="2026-07-04T19:25:19.763" v="1501" actId="26606"/>
          <ac:grpSpMkLst>
            <pc:docMk/>
            <pc:sldMk cId="1751885377" sldId="1499"/>
            <ac:grpSpMk id="327" creationId="{E024D248-87CA-4666-BB50-B93BF1A6FB3C}"/>
          </ac:grpSpMkLst>
        </pc:grpChg>
        <pc:grpChg chg="add del">
          <ac:chgData name="Ree Brown" userId="6019b95bd8a428af" providerId="LiveId" clId="{D7E81A9A-C38B-4FB6-9F22-CDF0EA613CE7}" dt="2026-07-04T19:25:19.763" v="1501" actId="26606"/>
          <ac:grpSpMkLst>
            <pc:docMk/>
            <pc:sldMk cId="1751885377" sldId="1499"/>
            <ac:grpSpMk id="344" creationId="{38BE3980-E33C-47F5-9C30-74FF864BE1C2}"/>
          </ac:grpSpMkLst>
        </pc:grpChg>
        <pc:grpChg chg="add del">
          <ac:chgData name="Ree Brown" userId="6019b95bd8a428af" providerId="LiveId" clId="{D7E81A9A-C38B-4FB6-9F22-CDF0EA613CE7}" dt="2026-07-04T19:25:19.763" v="1501" actId="26606"/>
          <ac:grpSpMkLst>
            <pc:docMk/>
            <pc:sldMk cId="1751885377" sldId="1499"/>
            <ac:grpSpMk id="349" creationId="{542D2976-52CB-4C9F-856C-00079CCF13AA}"/>
          </ac:grpSpMkLst>
        </pc:grpChg>
        <pc:grpChg chg="add del">
          <ac:chgData name="Ree Brown" userId="6019b95bd8a428af" providerId="LiveId" clId="{D7E81A9A-C38B-4FB6-9F22-CDF0EA613CE7}" dt="2026-07-04T19:25:19.763" v="1501" actId="26606"/>
          <ac:grpSpMkLst>
            <pc:docMk/>
            <pc:sldMk cId="1751885377" sldId="1499"/>
            <ac:grpSpMk id="367" creationId="{3D735544-EA59-4A7D-B899-D0038636FE7D}"/>
          </ac:grpSpMkLst>
        </pc:grpChg>
        <pc:picChg chg="add del mod">
          <ac:chgData name="Ree Brown" userId="6019b95bd8a428af" providerId="LiveId" clId="{D7E81A9A-C38B-4FB6-9F22-CDF0EA613CE7}" dt="2026-07-04T19:18:05.548" v="1419" actId="478"/>
          <ac:picMkLst>
            <pc:docMk/>
            <pc:sldMk cId="1751885377" sldId="1499"/>
            <ac:picMk id="4" creationId="{603C81FE-1C24-8498-F6D2-CFF1F2292B88}"/>
          </ac:picMkLst>
        </pc:picChg>
        <pc:picChg chg="add del mod">
          <ac:chgData name="Ree Brown" userId="6019b95bd8a428af" providerId="LiveId" clId="{D7E81A9A-C38B-4FB6-9F22-CDF0EA613CE7}" dt="2026-07-04T19:21:14.263" v="1435" actId="478"/>
          <ac:picMkLst>
            <pc:docMk/>
            <pc:sldMk cId="1751885377" sldId="1499"/>
            <ac:picMk id="6" creationId="{387DE01A-04E6-C5D3-B785-6A2BAAF934AB}"/>
          </ac:picMkLst>
        </pc:picChg>
        <pc:picChg chg="add del">
          <ac:chgData name="Ree Brown" userId="6019b95bd8a428af" providerId="LiveId" clId="{D7E81A9A-C38B-4FB6-9F22-CDF0EA613CE7}" dt="2026-07-04T19:16:10.178" v="1393" actId="26606"/>
          <ac:picMkLst>
            <pc:docMk/>
            <pc:sldMk cId="1751885377" sldId="1499"/>
            <ac:picMk id="9" creationId="{DF19BAF3-7E20-4B9D-B544-BABAEEA1FA75}"/>
          </ac:picMkLst>
        </pc:picChg>
        <pc:picChg chg="add del">
          <ac:chgData name="Ree Brown" userId="6019b95bd8a428af" providerId="LiveId" clId="{D7E81A9A-C38B-4FB6-9F22-CDF0EA613CE7}" dt="2026-07-04T19:16:10.178" v="1393" actId="26606"/>
          <ac:picMkLst>
            <pc:docMk/>
            <pc:sldMk cId="1751885377" sldId="1499"/>
            <ac:picMk id="11" creationId="{950648F4-ABCD-4DF0-8641-76CFB2354721}"/>
          </ac:picMkLst>
        </pc:picChg>
        <pc:picChg chg="add mod ord">
          <ac:chgData name="Ree Brown" userId="6019b95bd8a428af" providerId="LiveId" clId="{D7E81A9A-C38B-4FB6-9F22-CDF0EA613CE7}" dt="2026-07-04T19:26:41.782" v="1513" actId="26606"/>
          <ac:picMkLst>
            <pc:docMk/>
            <pc:sldMk cId="1751885377" sldId="1499"/>
            <ac:picMk id="12" creationId="{23F72FB8-6EC7-C1CF-BA25-521929B3A84A}"/>
          </ac:picMkLst>
        </pc:picChg>
        <pc:picChg chg="add del">
          <ac:chgData name="Ree Brown" userId="6019b95bd8a428af" providerId="LiveId" clId="{D7E81A9A-C38B-4FB6-9F22-CDF0EA613CE7}" dt="2026-07-04T19:16:10.178" v="1393" actId="26606"/>
          <ac:picMkLst>
            <pc:docMk/>
            <pc:sldMk cId="1751885377" sldId="1499"/>
            <ac:picMk id="15" creationId="{CF1EB4BD-9C7E-4AA3-9681-C7EB0DA6250B}"/>
          </ac:picMkLst>
        </pc:picChg>
        <pc:picChg chg="add del">
          <ac:chgData name="Ree Brown" userId="6019b95bd8a428af" providerId="LiveId" clId="{D7E81A9A-C38B-4FB6-9F22-CDF0EA613CE7}" dt="2026-07-04T19:16:10.178" v="1393" actId="26606"/>
          <ac:picMkLst>
            <pc:docMk/>
            <pc:sldMk cId="1751885377" sldId="1499"/>
            <ac:picMk id="17" creationId="{94AAE3AA-3759-4D28-B0EF-575F25A5146C}"/>
          </ac:picMkLst>
        </pc:picChg>
        <pc:picChg chg="add">
          <ac:chgData name="Ree Brown" userId="6019b95bd8a428af" providerId="LiveId" clId="{D7E81A9A-C38B-4FB6-9F22-CDF0EA613CE7}" dt="2026-07-04T19:26:41.782" v="1513" actId="26606"/>
          <ac:picMkLst>
            <pc:docMk/>
            <pc:sldMk cId="1751885377" sldId="1499"/>
            <ac:picMk id="18" creationId="{DF19BAF3-7E20-4B9D-B544-BABAEEA1FA75}"/>
          </ac:picMkLst>
        </pc:picChg>
        <pc:picChg chg="add">
          <ac:chgData name="Ree Brown" userId="6019b95bd8a428af" providerId="LiveId" clId="{D7E81A9A-C38B-4FB6-9F22-CDF0EA613CE7}" dt="2026-07-04T19:26:41.782" v="1513" actId="26606"/>
          <ac:picMkLst>
            <pc:docMk/>
            <pc:sldMk cId="1751885377" sldId="1499"/>
            <ac:picMk id="22" creationId="{950648F4-ABCD-4DF0-8641-76CFB2354721}"/>
          </ac:picMkLst>
        </pc:picChg>
        <pc:picChg chg="add del">
          <ac:chgData name="Ree Brown" userId="6019b95bd8a428af" providerId="LiveId" clId="{D7E81A9A-C38B-4FB6-9F22-CDF0EA613CE7}" dt="2026-07-04T19:16:22.611" v="1395" actId="26606"/>
          <ac:picMkLst>
            <pc:docMk/>
            <pc:sldMk cId="1751885377" sldId="1499"/>
            <ac:picMk id="23" creationId="{DF19BAF3-7E20-4B9D-B544-BABAEEA1FA75}"/>
          </ac:picMkLst>
        </pc:picChg>
        <pc:picChg chg="add del">
          <ac:chgData name="Ree Brown" userId="6019b95bd8a428af" providerId="LiveId" clId="{D7E81A9A-C38B-4FB6-9F22-CDF0EA613CE7}" dt="2026-07-04T19:16:22.611" v="1395" actId="26606"/>
          <ac:picMkLst>
            <pc:docMk/>
            <pc:sldMk cId="1751885377" sldId="1499"/>
            <ac:picMk id="24" creationId="{950648F4-ABCD-4DF0-8641-76CFB2354721}"/>
          </ac:picMkLst>
        </pc:picChg>
        <pc:picChg chg="add del">
          <ac:chgData name="Ree Brown" userId="6019b95bd8a428af" providerId="LiveId" clId="{D7E81A9A-C38B-4FB6-9F22-CDF0EA613CE7}" dt="2026-07-04T19:16:22.611" v="1395" actId="26606"/>
          <ac:picMkLst>
            <pc:docMk/>
            <pc:sldMk cId="1751885377" sldId="1499"/>
            <ac:picMk id="26" creationId="{CF1EB4BD-9C7E-4AA3-9681-C7EB0DA6250B}"/>
          </ac:picMkLst>
        </pc:picChg>
        <pc:picChg chg="add del">
          <ac:chgData name="Ree Brown" userId="6019b95bd8a428af" providerId="LiveId" clId="{D7E81A9A-C38B-4FB6-9F22-CDF0EA613CE7}" dt="2026-07-04T19:16:22.611" v="1395" actId="26606"/>
          <ac:picMkLst>
            <pc:docMk/>
            <pc:sldMk cId="1751885377" sldId="1499"/>
            <ac:picMk id="27" creationId="{94AAE3AA-3759-4D28-B0EF-575F25A5146C}"/>
          </ac:picMkLst>
        </pc:picChg>
        <pc:picChg chg="add del">
          <ac:chgData name="Ree Brown" userId="6019b95bd8a428af" providerId="LiveId" clId="{D7E81A9A-C38B-4FB6-9F22-CDF0EA613CE7}" dt="2026-07-04T19:16:27.681" v="1397" actId="26606"/>
          <ac:picMkLst>
            <pc:docMk/>
            <pc:sldMk cId="1751885377" sldId="1499"/>
            <ac:picMk id="31" creationId="{DF19BAF3-7E20-4B9D-B544-BABAEEA1FA75}"/>
          </ac:picMkLst>
        </pc:picChg>
        <pc:picChg chg="add del">
          <ac:chgData name="Ree Brown" userId="6019b95bd8a428af" providerId="LiveId" clId="{D7E81A9A-C38B-4FB6-9F22-CDF0EA613CE7}" dt="2026-07-04T19:16:27.681" v="1397" actId="26606"/>
          <ac:picMkLst>
            <pc:docMk/>
            <pc:sldMk cId="1751885377" sldId="1499"/>
            <ac:picMk id="32" creationId="{950648F4-ABCD-4DF0-8641-76CFB2354721}"/>
          </ac:picMkLst>
        </pc:picChg>
        <pc:picChg chg="add del">
          <ac:chgData name="Ree Brown" userId="6019b95bd8a428af" providerId="LiveId" clId="{D7E81A9A-C38B-4FB6-9F22-CDF0EA613CE7}" dt="2026-07-04T19:16:27.681" v="1397" actId="26606"/>
          <ac:picMkLst>
            <pc:docMk/>
            <pc:sldMk cId="1751885377" sldId="1499"/>
            <ac:picMk id="34" creationId="{CF1EB4BD-9C7E-4AA3-9681-C7EB0DA6250B}"/>
          </ac:picMkLst>
        </pc:picChg>
        <pc:picChg chg="add del">
          <ac:chgData name="Ree Brown" userId="6019b95bd8a428af" providerId="LiveId" clId="{D7E81A9A-C38B-4FB6-9F22-CDF0EA613CE7}" dt="2026-07-04T19:16:27.681" v="1397" actId="26606"/>
          <ac:picMkLst>
            <pc:docMk/>
            <pc:sldMk cId="1751885377" sldId="1499"/>
            <ac:picMk id="35" creationId="{94AAE3AA-3759-4D28-B0EF-575F25A5146C}"/>
          </ac:picMkLst>
        </pc:picChg>
        <pc:picChg chg="add del">
          <ac:chgData name="Ree Brown" userId="6019b95bd8a428af" providerId="LiveId" clId="{D7E81A9A-C38B-4FB6-9F22-CDF0EA613CE7}" dt="2026-07-04T19:16:39.982" v="1399" actId="26606"/>
          <ac:picMkLst>
            <pc:docMk/>
            <pc:sldMk cId="1751885377" sldId="1499"/>
            <ac:picMk id="38" creationId="{41B68C77-138E-4BF7-A276-BD0C78A4219F}"/>
          </ac:picMkLst>
        </pc:picChg>
        <pc:picChg chg="add del">
          <ac:chgData name="Ree Brown" userId="6019b95bd8a428af" providerId="LiveId" clId="{D7E81A9A-C38B-4FB6-9F22-CDF0EA613CE7}" dt="2026-07-04T19:16:39.982" v="1399" actId="26606"/>
          <ac:picMkLst>
            <pc:docMk/>
            <pc:sldMk cId="1751885377" sldId="1499"/>
            <ac:picMk id="39" creationId="{7C268552-D473-46ED-B1B8-422042C4DEF1}"/>
          </ac:picMkLst>
        </pc:picChg>
        <pc:picChg chg="add del">
          <ac:chgData name="Ree Brown" userId="6019b95bd8a428af" providerId="LiveId" clId="{D7E81A9A-C38B-4FB6-9F22-CDF0EA613CE7}" dt="2026-07-04T19:16:39.982" v="1399" actId="26606"/>
          <ac:picMkLst>
            <pc:docMk/>
            <pc:sldMk cId="1751885377" sldId="1499"/>
            <ac:picMk id="41" creationId="{B9238B3E-24AA-439A-B527-6C5DF6D72145}"/>
          </ac:picMkLst>
        </pc:picChg>
        <pc:picChg chg="add del">
          <ac:chgData name="Ree Brown" userId="6019b95bd8a428af" providerId="LiveId" clId="{D7E81A9A-C38B-4FB6-9F22-CDF0EA613CE7}" dt="2026-07-04T19:16:39.982" v="1399" actId="26606"/>
          <ac:picMkLst>
            <pc:docMk/>
            <pc:sldMk cId="1751885377" sldId="1499"/>
            <ac:picMk id="42" creationId="{69F01145-BEA3-4CBF-AA21-10077B948CA8}"/>
          </ac:picMkLst>
        </pc:picChg>
        <pc:picChg chg="add">
          <ac:chgData name="Ree Brown" userId="6019b95bd8a428af" providerId="LiveId" clId="{D7E81A9A-C38B-4FB6-9F22-CDF0EA613CE7}" dt="2026-07-04T19:26:41.782" v="1513" actId="26606"/>
          <ac:picMkLst>
            <pc:docMk/>
            <pc:sldMk cId="1751885377" sldId="1499"/>
            <ac:picMk id="44" creationId="{CF1EB4BD-9C7E-4AA3-9681-C7EB0DA6250B}"/>
          </ac:picMkLst>
        </pc:picChg>
        <pc:picChg chg="add del">
          <ac:chgData name="Ree Brown" userId="6019b95bd8a428af" providerId="LiveId" clId="{D7E81A9A-C38B-4FB6-9F22-CDF0EA613CE7}" dt="2026-07-04T19:16:45.207" v="1401" actId="26606"/>
          <ac:picMkLst>
            <pc:docMk/>
            <pc:sldMk cId="1751885377" sldId="1499"/>
            <ac:picMk id="46" creationId="{7C268552-D473-46ED-B1B8-422042C4DEF1}"/>
          </ac:picMkLst>
        </pc:picChg>
        <pc:picChg chg="add del">
          <ac:chgData name="Ree Brown" userId="6019b95bd8a428af" providerId="LiveId" clId="{D7E81A9A-C38B-4FB6-9F22-CDF0EA613CE7}" dt="2026-07-04T19:16:45.207" v="1401" actId="26606"/>
          <ac:picMkLst>
            <pc:docMk/>
            <pc:sldMk cId="1751885377" sldId="1499"/>
            <ac:picMk id="49" creationId="{69F01145-BEA3-4CBF-AA21-10077B948CA8}"/>
          </ac:picMkLst>
        </pc:picChg>
        <pc:picChg chg="add">
          <ac:chgData name="Ree Brown" userId="6019b95bd8a428af" providerId="LiveId" clId="{D7E81A9A-C38B-4FB6-9F22-CDF0EA613CE7}" dt="2026-07-04T19:26:41.782" v="1513" actId="26606"/>
          <ac:picMkLst>
            <pc:docMk/>
            <pc:sldMk cId="1751885377" sldId="1499"/>
            <ac:picMk id="55" creationId="{94AAE3AA-3759-4D28-B0EF-575F25A5146C}"/>
          </ac:picMkLst>
        </pc:picChg>
        <pc:picChg chg="add del">
          <ac:chgData name="Ree Brown" userId="6019b95bd8a428af" providerId="LiveId" clId="{D7E81A9A-C38B-4FB6-9F22-CDF0EA613CE7}" dt="2026-07-04T19:16:47.272" v="1403" actId="26606"/>
          <ac:picMkLst>
            <pc:docMk/>
            <pc:sldMk cId="1751885377" sldId="1499"/>
            <ac:picMk id="56" creationId="{DF19BAF3-7E20-4B9D-B544-BABAEEA1FA75}"/>
          </ac:picMkLst>
        </pc:picChg>
        <pc:picChg chg="add del">
          <ac:chgData name="Ree Brown" userId="6019b95bd8a428af" providerId="LiveId" clId="{D7E81A9A-C38B-4FB6-9F22-CDF0EA613CE7}" dt="2026-07-04T19:16:47.272" v="1403" actId="26606"/>
          <ac:picMkLst>
            <pc:docMk/>
            <pc:sldMk cId="1751885377" sldId="1499"/>
            <ac:picMk id="57" creationId="{950648F4-ABCD-4DF0-8641-76CFB2354721}"/>
          </ac:picMkLst>
        </pc:picChg>
        <pc:picChg chg="add del">
          <ac:chgData name="Ree Brown" userId="6019b95bd8a428af" providerId="LiveId" clId="{D7E81A9A-C38B-4FB6-9F22-CDF0EA613CE7}" dt="2026-07-04T19:16:47.272" v="1403" actId="26606"/>
          <ac:picMkLst>
            <pc:docMk/>
            <pc:sldMk cId="1751885377" sldId="1499"/>
            <ac:picMk id="59" creationId="{CF1EB4BD-9C7E-4AA3-9681-C7EB0DA6250B}"/>
          </ac:picMkLst>
        </pc:picChg>
        <pc:picChg chg="add del">
          <ac:chgData name="Ree Brown" userId="6019b95bd8a428af" providerId="LiveId" clId="{D7E81A9A-C38B-4FB6-9F22-CDF0EA613CE7}" dt="2026-07-04T19:16:47.272" v="1403" actId="26606"/>
          <ac:picMkLst>
            <pc:docMk/>
            <pc:sldMk cId="1751885377" sldId="1499"/>
            <ac:picMk id="60" creationId="{94AAE3AA-3759-4D28-B0EF-575F25A5146C}"/>
          </ac:picMkLst>
        </pc:picChg>
        <pc:picChg chg="add del">
          <ac:chgData name="Ree Brown" userId="6019b95bd8a428af" providerId="LiveId" clId="{D7E81A9A-C38B-4FB6-9F22-CDF0EA613CE7}" dt="2026-07-04T19:16:47.830" v="1405" actId="26606"/>
          <ac:picMkLst>
            <pc:docMk/>
            <pc:sldMk cId="1751885377" sldId="1499"/>
            <ac:picMk id="63" creationId="{41B68C77-138E-4BF7-A276-BD0C78A4219F}"/>
          </ac:picMkLst>
        </pc:picChg>
        <pc:picChg chg="add del">
          <ac:chgData name="Ree Brown" userId="6019b95bd8a428af" providerId="LiveId" clId="{D7E81A9A-C38B-4FB6-9F22-CDF0EA613CE7}" dt="2026-07-04T19:16:47.830" v="1405" actId="26606"/>
          <ac:picMkLst>
            <pc:docMk/>
            <pc:sldMk cId="1751885377" sldId="1499"/>
            <ac:picMk id="67" creationId="{69F01145-BEA3-4CBF-AA21-10077B948CA8}"/>
          </ac:picMkLst>
        </pc:picChg>
        <pc:picChg chg="add del">
          <ac:chgData name="Ree Brown" userId="6019b95bd8a428af" providerId="LiveId" clId="{D7E81A9A-C38B-4FB6-9F22-CDF0EA613CE7}" dt="2026-07-04T19:16:51.402" v="1407" actId="26606"/>
          <ac:picMkLst>
            <pc:docMk/>
            <pc:sldMk cId="1751885377" sldId="1499"/>
            <ac:picMk id="79" creationId="{DF19BAF3-7E20-4B9D-B544-BABAEEA1FA75}"/>
          </ac:picMkLst>
        </pc:picChg>
        <pc:picChg chg="add del">
          <ac:chgData name="Ree Brown" userId="6019b95bd8a428af" providerId="LiveId" clId="{D7E81A9A-C38B-4FB6-9F22-CDF0EA613CE7}" dt="2026-07-04T19:16:51.402" v="1407" actId="26606"/>
          <ac:picMkLst>
            <pc:docMk/>
            <pc:sldMk cId="1751885377" sldId="1499"/>
            <ac:picMk id="80" creationId="{950648F4-ABCD-4DF0-8641-76CFB2354721}"/>
          </ac:picMkLst>
        </pc:picChg>
        <pc:picChg chg="add del">
          <ac:chgData name="Ree Brown" userId="6019b95bd8a428af" providerId="LiveId" clId="{D7E81A9A-C38B-4FB6-9F22-CDF0EA613CE7}" dt="2026-07-04T19:16:51.402" v="1407" actId="26606"/>
          <ac:picMkLst>
            <pc:docMk/>
            <pc:sldMk cId="1751885377" sldId="1499"/>
            <ac:picMk id="82" creationId="{CF1EB4BD-9C7E-4AA3-9681-C7EB0DA6250B}"/>
          </ac:picMkLst>
        </pc:picChg>
        <pc:picChg chg="add del">
          <ac:chgData name="Ree Brown" userId="6019b95bd8a428af" providerId="LiveId" clId="{D7E81A9A-C38B-4FB6-9F22-CDF0EA613CE7}" dt="2026-07-04T19:16:51.402" v="1407" actId="26606"/>
          <ac:picMkLst>
            <pc:docMk/>
            <pc:sldMk cId="1751885377" sldId="1499"/>
            <ac:picMk id="83" creationId="{94AAE3AA-3759-4D28-B0EF-575F25A5146C}"/>
          </ac:picMkLst>
        </pc:picChg>
        <pc:picChg chg="add del">
          <ac:chgData name="Ree Brown" userId="6019b95bd8a428af" providerId="LiveId" clId="{D7E81A9A-C38B-4FB6-9F22-CDF0EA613CE7}" dt="2026-07-04T19:16:54.215" v="1410" actId="26606"/>
          <ac:picMkLst>
            <pc:docMk/>
            <pc:sldMk cId="1751885377" sldId="1499"/>
            <ac:picMk id="87" creationId="{DF19BAF3-7E20-4B9D-B544-BABAEEA1FA75}"/>
          </ac:picMkLst>
        </pc:picChg>
        <pc:picChg chg="add del">
          <ac:chgData name="Ree Brown" userId="6019b95bd8a428af" providerId="LiveId" clId="{D7E81A9A-C38B-4FB6-9F22-CDF0EA613CE7}" dt="2026-07-04T19:16:54.215" v="1410" actId="26606"/>
          <ac:picMkLst>
            <pc:docMk/>
            <pc:sldMk cId="1751885377" sldId="1499"/>
            <ac:picMk id="88" creationId="{950648F4-ABCD-4DF0-8641-76CFB2354721}"/>
          </ac:picMkLst>
        </pc:picChg>
        <pc:picChg chg="add del">
          <ac:chgData name="Ree Brown" userId="6019b95bd8a428af" providerId="LiveId" clId="{D7E81A9A-C38B-4FB6-9F22-CDF0EA613CE7}" dt="2026-07-04T19:16:54.215" v="1410" actId="26606"/>
          <ac:picMkLst>
            <pc:docMk/>
            <pc:sldMk cId="1751885377" sldId="1499"/>
            <ac:picMk id="90" creationId="{CF1EB4BD-9C7E-4AA3-9681-C7EB0DA6250B}"/>
          </ac:picMkLst>
        </pc:picChg>
        <pc:picChg chg="add del">
          <ac:chgData name="Ree Brown" userId="6019b95bd8a428af" providerId="LiveId" clId="{D7E81A9A-C38B-4FB6-9F22-CDF0EA613CE7}" dt="2026-07-04T19:16:54.215" v="1410" actId="26606"/>
          <ac:picMkLst>
            <pc:docMk/>
            <pc:sldMk cId="1751885377" sldId="1499"/>
            <ac:picMk id="91" creationId="{94AAE3AA-3759-4D28-B0EF-575F25A5146C}"/>
          </ac:picMkLst>
        </pc:picChg>
        <pc:picChg chg="add del">
          <ac:chgData name="Ree Brown" userId="6019b95bd8a428af" providerId="LiveId" clId="{D7E81A9A-C38B-4FB6-9F22-CDF0EA613CE7}" dt="2026-07-04T19:17:15.044" v="1412" actId="26606"/>
          <ac:picMkLst>
            <pc:docMk/>
            <pc:sldMk cId="1751885377" sldId="1499"/>
            <ac:picMk id="96" creationId="{7C268552-D473-46ED-B1B8-422042C4DEF1}"/>
          </ac:picMkLst>
        </pc:picChg>
        <pc:picChg chg="add del">
          <ac:chgData name="Ree Brown" userId="6019b95bd8a428af" providerId="LiveId" clId="{D7E81A9A-C38B-4FB6-9F22-CDF0EA613CE7}" dt="2026-07-04T19:17:15.044" v="1412" actId="26606"/>
          <ac:picMkLst>
            <pc:docMk/>
            <pc:sldMk cId="1751885377" sldId="1499"/>
            <ac:picMk id="99" creationId="{69F01145-BEA3-4CBF-AA21-10077B948CA8}"/>
          </ac:picMkLst>
        </pc:picChg>
        <pc:picChg chg="add del">
          <ac:chgData name="Ree Brown" userId="6019b95bd8a428af" providerId="LiveId" clId="{D7E81A9A-C38B-4FB6-9F22-CDF0EA613CE7}" dt="2026-07-04T19:17:17.393" v="1415" actId="26606"/>
          <ac:picMkLst>
            <pc:docMk/>
            <pc:sldMk cId="1751885377" sldId="1499"/>
            <ac:picMk id="111" creationId="{DF19BAF3-7E20-4B9D-B544-BABAEEA1FA75}"/>
          </ac:picMkLst>
        </pc:picChg>
        <pc:picChg chg="add del">
          <ac:chgData name="Ree Brown" userId="6019b95bd8a428af" providerId="LiveId" clId="{D7E81A9A-C38B-4FB6-9F22-CDF0EA613CE7}" dt="2026-07-04T19:17:17.393" v="1415" actId="26606"/>
          <ac:picMkLst>
            <pc:docMk/>
            <pc:sldMk cId="1751885377" sldId="1499"/>
            <ac:picMk id="112" creationId="{950648F4-ABCD-4DF0-8641-76CFB2354721}"/>
          </ac:picMkLst>
        </pc:picChg>
        <pc:picChg chg="add del">
          <ac:chgData name="Ree Brown" userId="6019b95bd8a428af" providerId="LiveId" clId="{D7E81A9A-C38B-4FB6-9F22-CDF0EA613CE7}" dt="2026-07-04T19:17:17.393" v="1415" actId="26606"/>
          <ac:picMkLst>
            <pc:docMk/>
            <pc:sldMk cId="1751885377" sldId="1499"/>
            <ac:picMk id="114" creationId="{CF1EB4BD-9C7E-4AA3-9681-C7EB0DA6250B}"/>
          </ac:picMkLst>
        </pc:picChg>
        <pc:picChg chg="add del">
          <ac:chgData name="Ree Brown" userId="6019b95bd8a428af" providerId="LiveId" clId="{D7E81A9A-C38B-4FB6-9F22-CDF0EA613CE7}" dt="2026-07-04T19:17:17.393" v="1415" actId="26606"/>
          <ac:picMkLst>
            <pc:docMk/>
            <pc:sldMk cId="1751885377" sldId="1499"/>
            <ac:picMk id="115" creationId="{94AAE3AA-3759-4D28-B0EF-575F25A5146C}"/>
          </ac:picMkLst>
        </pc:picChg>
        <pc:picChg chg="add del">
          <ac:chgData name="Ree Brown" userId="6019b95bd8a428af" providerId="LiveId" clId="{D7E81A9A-C38B-4FB6-9F22-CDF0EA613CE7}" dt="2026-07-04T19:18:23.631" v="1424" actId="26606"/>
          <ac:picMkLst>
            <pc:docMk/>
            <pc:sldMk cId="1751885377" sldId="1499"/>
            <ac:picMk id="119" creationId="{DF19BAF3-7E20-4B9D-B544-BABAEEA1FA75}"/>
          </ac:picMkLst>
        </pc:picChg>
        <pc:picChg chg="add">
          <ac:chgData name="Ree Brown" userId="6019b95bd8a428af" providerId="LiveId" clId="{D7E81A9A-C38B-4FB6-9F22-CDF0EA613CE7}" dt="2026-07-04T19:17:17.479" v="1416" actId="26606"/>
          <ac:picMkLst>
            <pc:docMk/>
            <pc:sldMk cId="1751885377" sldId="1499"/>
            <ac:picMk id="122" creationId="{CF1EB4BD-9C7E-4AA3-9681-C7EB0DA6250B}"/>
          </ac:picMkLst>
        </pc:picChg>
        <pc:picChg chg="add">
          <ac:chgData name="Ree Brown" userId="6019b95bd8a428af" providerId="LiveId" clId="{D7E81A9A-C38B-4FB6-9F22-CDF0EA613CE7}" dt="2026-07-04T19:17:17.479" v="1416" actId="26606"/>
          <ac:picMkLst>
            <pc:docMk/>
            <pc:sldMk cId="1751885377" sldId="1499"/>
            <ac:picMk id="123" creationId="{94AAE3AA-3759-4D28-B0EF-575F25A5146C}"/>
          </ac:picMkLst>
        </pc:picChg>
        <pc:picChg chg="del">
          <ac:chgData name="Ree Brown" userId="6019b95bd8a428af" providerId="LiveId" clId="{D7E81A9A-C38B-4FB6-9F22-CDF0EA613CE7}" dt="2026-07-04T19:18:21.106" v="1422" actId="26606"/>
          <ac:picMkLst>
            <pc:docMk/>
            <pc:sldMk cId="1751885377" sldId="1499"/>
            <ac:picMk id="132" creationId="{DF19BAF3-7E20-4B9D-B544-BABAEEA1FA75}"/>
          </ac:picMkLst>
        </pc:picChg>
        <pc:picChg chg="add del">
          <ac:chgData name="Ree Brown" userId="6019b95bd8a428af" providerId="LiveId" clId="{D7E81A9A-C38B-4FB6-9F22-CDF0EA613CE7}" dt="2026-07-04T19:18:30.048" v="1426" actId="26606"/>
          <ac:picMkLst>
            <pc:docMk/>
            <pc:sldMk cId="1751885377" sldId="1499"/>
            <ac:picMk id="154" creationId="{CF1EB4BD-9C7E-4AA3-9681-C7EB0DA6250B}"/>
          </ac:picMkLst>
        </pc:picChg>
        <pc:picChg chg="del">
          <ac:chgData name="Ree Brown" userId="6019b95bd8a428af" providerId="LiveId" clId="{D7E81A9A-C38B-4FB6-9F22-CDF0EA613CE7}" dt="2026-07-04T19:20:57.035" v="1430" actId="700"/>
          <ac:picMkLst>
            <pc:docMk/>
            <pc:sldMk cId="1751885377" sldId="1499"/>
            <ac:picMk id="158" creationId="{DF19BAF3-7E20-4B9D-B544-BABAEEA1FA75}"/>
          </ac:picMkLst>
        </pc:picChg>
        <pc:picChg chg="del">
          <ac:chgData name="Ree Brown" userId="6019b95bd8a428af" providerId="LiveId" clId="{D7E81A9A-C38B-4FB6-9F22-CDF0EA613CE7}" dt="2026-07-04T19:20:57.035" v="1430" actId="700"/>
          <ac:picMkLst>
            <pc:docMk/>
            <pc:sldMk cId="1751885377" sldId="1499"/>
            <ac:picMk id="159" creationId="{950648F4-ABCD-4DF0-8641-76CFB2354721}"/>
          </ac:picMkLst>
        </pc:picChg>
        <pc:picChg chg="del">
          <ac:chgData name="Ree Brown" userId="6019b95bd8a428af" providerId="LiveId" clId="{D7E81A9A-C38B-4FB6-9F22-CDF0EA613CE7}" dt="2026-07-04T19:20:57.035" v="1430" actId="700"/>
          <ac:picMkLst>
            <pc:docMk/>
            <pc:sldMk cId="1751885377" sldId="1499"/>
            <ac:picMk id="161" creationId="{CF1EB4BD-9C7E-4AA3-9681-C7EB0DA6250B}"/>
          </ac:picMkLst>
        </pc:picChg>
        <pc:picChg chg="del">
          <ac:chgData name="Ree Brown" userId="6019b95bd8a428af" providerId="LiveId" clId="{D7E81A9A-C38B-4FB6-9F22-CDF0EA613CE7}" dt="2026-07-04T19:20:57.035" v="1430" actId="700"/>
          <ac:picMkLst>
            <pc:docMk/>
            <pc:sldMk cId="1751885377" sldId="1499"/>
            <ac:picMk id="162" creationId="{94AAE3AA-3759-4D28-B0EF-575F25A5146C}"/>
          </ac:picMkLst>
        </pc:picChg>
      </pc:sldChg>
      <pc:sldChg chg="addSp delSp modSp del mod modClrScheme chgLayout">
        <pc:chgData name="Ree Brown" userId="6019b95bd8a428af" providerId="LiveId" clId="{D7E81A9A-C38B-4FB6-9F22-CDF0EA613CE7}" dt="2026-07-04T20:33:38.131" v="1536" actId="2696"/>
        <pc:sldMkLst>
          <pc:docMk/>
          <pc:sldMk cId="1858387724" sldId="1502"/>
        </pc:sldMkLst>
        <pc:spChg chg="mod ord">
          <ac:chgData name="Ree Brown" userId="6019b95bd8a428af" providerId="LiveId" clId="{D7E81A9A-C38B-4FB6-9F22-CDF0EA613CE7}" dt="2026-07-04T20:33:32.585" v="1535" actId="700"/>
          <ac:spMkLst>
            <pc:docMk/>
            <pc:sldMk cId="1858387724" sldId="1502"/>
            <ac:spMk id="2" creationId="{76A360D7-F74C-CD9E-C576-1CB8FFE8778E}"/>
          </ac:spMkLst>
        </pc:spChg>
        <pc:spChg chg="add del mod ord">
          <ac:chgData name="Ree Brown" userId="6019b95bd8a428af" providerId="LiveId" clId="{D7E81A9A-C38B-4FB6-9F22-CDF0EA613CE7}" dt="2026-07-04T20:33:32.585" v="1535" actId="700"/>
          <ac:spMkLst>
            <pc:docMk/>
            <pc:sldMk cId="1858387724" sldId="1502"/>
            <ac:spMk id="3" creationId="{26C73A4E-762B-6367-F338-31882F1A8073}"/>
          </ac:spMkLst>
        </pc:spChg>
        <pc:spChg chg="add del mod ord">
          <ac:chgData name="Ree Brown" userId="6019b95bd8a428af" providerId="LiveId" clId="{D7E81A9A-C38B-4FB6-9F22-CDF0EA613CE7}" dt="2026-07-04T20:33:32.585" v="1535" actId="700"/>
          <ac:spMkLst>
            <pc:docMk/>
            <pc:sldMk cId="1858387724" sldId="1502"/>
            <ac:spMk id="4" creationId="{FB6B0FD8-F4A9-7A8F-C398-305806950BD1}"/>
          </ac:spMkLst>
        </pc:spChg>
        <pc:spChg chg="add mod ord">
          <ac:chgData name="Ree Brown" userId="6019b95bd8a428af" providerId="LiveId" clId="{D7E81A9A-C38B-4FB6-9F22-CDF0EA613CE7}" dt="2026-07-04T20:33:32.585" v="1535" actId="700"/>
          <ac:spMkLst>
            <pc:docMk/>
            <pc:sldMk cId="1858387724" sldId="1502"/>
            <ac:spMk id="5" creationId="{F5B907FD-0E01-EEEF-5892-C6E8C7E9E676}"/>
          </ac:spMkLst>
        </pc:spChg>
        <pc:spChg chg="add mod ord">
          <ac:chgData name="Ree Brown" userId="6019b95bd8a428af" providerId="LiveId" clId="{D7E81A9A-C38B-4FB6-9F22-CDF0EA613CE7}" dt="2026-07-04T20:33:32.585" v="1535" actId="700"/>
          <ac:spMkLst>
            <pc:docMk/>
            <pc:sldMk cId="1858387724" sldId="1502"/>
            <ac:spMk id="6" creationId="{CA2077FC-57F4-E7F8-9F6C-243B1E7D3CCE}"/>
          </ac:spMkLst>
        </pc:spChg>
      </pc:sldChg>
      <pc:sldChg chg="addSp delSp modSp mod ord setBg delDesignElem">
        <pc:chgData name="Ree Brown" userId="6019b95bd8a428af" providerId="LiveId" clId="{D7E81A9A-C38B-4FB6-9F22-CDF0EA613CE7}" dt="2026-07-05T15:06:52.869" v="5279" actId="20577"/>
        <pc:sldMkLst>
          <pc:docMk/>
          <pc:sldMk cId="1834936329" sldId="1503"/>
        </pc:sldMkLst>
        <pc:spChg chg="mod">
          <ac:chgData name="Ree Brown" userId="6019b95bd8a428af" providerId="LiveId" clId="{D7E81A9A-C38B-4FB6-9F22-CDF0EA613CE7}" dt="2026-07-04T19:12:55.092" v="1382" actId="26606"/>
          <ac:spMkLst>
            <pc:docMk/>
            <pc:sldMk cId="1834936329" sldId="1503"/>
            <ac:spMk id="2" creationId="{414BB16D-2F4A-F938-64C3-F8B6808F5004}"/>
          </ac:spMkLst>
        </pc:spChg>
        <pc:spChg chg="add del mod">
          <ac:chgData name="Ree Brown" userId="6019b95bd8a428af" providerId="LiveId" clId="{D7E81A9A-C38B-4FB6-9F22-CDF0EA613CE7}" dt="2026-07-04T19:12:42.992" v="1379" actId="931"/>
          <ac:spMkLst>
            <pc:docMk/>
            <pc:sldMk cId="1834936329" sldId="1503"/>
            <ac:spMk id="4" creationId="{85E83A85-AF20-E5AD-EDFC-A6092A879DC1}"/>
          </ac:spMkLst>
        </pc:spChg>
        <pc:spChg chg="mod ord">
          <ac:chgData name="Ree Brown" userId="6019b95bd8a428af" providerId="LiveId" clId="{D7E81A9A-C38B-4FB6-9F22-CDF0EA613CE7}" dt="2026-07-05T15:06:52.869" v="5279" actId="20577"/>
          <ac:spMkLst>
            <pc:docMk/>
            <pc:sldMk cId="1834936329" sldId="1503"/>
            <ac:spMk id="5" creationId="{6BCE1C32-E3BE-E820-0C0D-D82105EBFBD0}"/>
          </ac:spMkLst>
        </pc:spChg>
        <pc:spChg chg="add del">
          <ac:chgData name="Ree Brown" userId="6019b95bd8a428af" providerId="LiveId" clId="{D7E81A9A-C38B-4FB6-9F22-CDF0EA613CE7}" dt="2026-07-04T19:12:55.010" v="1381" actId="26606"/>
          <ac:spMkLst>
            <pc:docMk/>
            <pc:sldMk cId="1834936329" sldId="1503"/>
            <ac:spMk id="16" creationId="{989BE678-777B-482A-A616-FEDC47B162E5}"/>
          </ac:spMkLst>
        </pc:spChg>
        <pc:spChg chg="add del">
          <ac:chgData name="Ree Brown" userId="6019b95bd8a428af" providerId="LiveId" clId="{D7E81A9A-C38B-4FB6-9F22-CDF0EA613CE7}" dt="2026-07-04T19:12:55.010" v="1381" actId="26606"/>
          <ac:spMkLst>
            <pc:docMk/>
            <pc:sldMk cId="1834936329" sldId="1503"/>
            <ac:spMk id="22" creationId="{D28BE0C3-2102-4820-B88B-A448B1840D14}"/>
          </ac:spMkLst>
        </pc:spChg>
        <pc:spChg chg="add del">
          <ac:chgData name="Ree Brown" userId="6019b95bd8a428af" providerId="LiveId" clId="{D7E81A9A-C38B-4FB6-9F22-CDF0EA613CE7}" dt="2026-07-04T19:12:55.010" v="1381" actId="26606"/>
          <ac:spMkLst>
            <pc:docMk/>
            <pc:sldMk cId="1834936329" sldId="1503"/>
            <ac:spMk id="24" creationId="{C8A3C342-1D03-412F-8DD3-BF519E8E0AE9}"/>
          </ac:spMkLst>
        </pc:spChg>
        <pc:spChg chg="add del">
          <ac:chgData name="Ree Brown" userId="6019b95bd8a428af" providerId="LiveId" clId="{D7E81A9A-C38B-4FB6-9F22-CDF0EA613CE7}" dt="2026-07-04T19:12:55.010" v="1381" actId="26606"/>
          <ac:spMkLst>
            <pc:docMk/>
            <pc:sldMk cId="1834936329" sldId="1503"/>
            <ac:spMk id="26" creationId="{81CC9B02-E087-4350-AEBD-2C3CF001AF01}"/>
          </ac:spMkLst>
        </pc:spChg>
        <pc:spChg chg="add del">
          <ac:chgData name="Ree Brown" userId="6019b95bd8a428af" providerId="LiveId" clId="{D7E81A9A-C38B-4FB6-9F22-CDF0EA613CE7}" dt="2026-07-04T19:25:27.855" v="1506"/>
          <ac:spMkLst>
            <pc:docMk/>
            <pc:sldMk cId="1834936329" sldId="1503"/>
            <ac:spMk id="28" creationId="{D6F18ACE-6E82-4ADC-8A2F-A1771B309B16}"/>
          </ac:spMkLst>
        </pc:spChg>
        <pc:spChg chg="add del">
          <ac:chgData name="Ree Brown" userId="6019b95bd8a428af" providerId="LiveId" clId="{D7E81A9A-C38B-4FB6-9F22-CDF0EA613CE7}" dt="2026-07-04T19:25:27.855" v="1506"/>
          <ac:spMkLst>
            <pc:docMk/>
            <pc:sldMk cId="1834936329" sldId="1503"/>
            <ac:spMk id="31" creationId="{989BE678-777B-482A-A616-FEDC47B162E5}"/>
          </ac:spMkLst>
        </pc:spChg>
        <pc:spChg chg="add del">
          <ac:chgData name="Ree Brown" userId="6019b95bd8a428af" providerId="LiveId" clId="{D7E81A9A-C38B-4FB6-9F22-CDF0EA613CE7}" dt="2026-07-04T19:25:27.855" v="1506"/>
          <ac:spMkLst>
            <pc:docMk/>
            <pc:sldMk cId="1834936329" sldId="1503"/>
            <ac:spMk id="34" creationId="{D28BE0C3-2102-4820-B88B-A448B1840D14}"/>
          </ac:spMkLst>
        </pc:spChg>
        <pc:spChg chg="add del">
          <ac:chgData name="Ree Brown" userId="6019b95bd8a428af" providerId="LiveId" clId="{D7E81A9A-C38B-4FB6-9F22-CDF0EA613CE7}" dt="2026-07-04T19:25:27.855" v="1506"/>
          <ac:spMkLst>
            <pc:docMk/>
            <pc:sldMk cId="1834936329" sldId="1503"/>
            <ac:spMk id="35" creationId="{C8A3C342-1D03-412F-8DD3-BF519E8E0AE9}"/>
          </ac:spMkLst>
        </pc:spChg>
        <pc:spChg chg="add del">
          <ac:chgData name="Ree Brown" userId="6019b95bd8a428af" providerId="LiveId" clId="{D7E81A9A-C38B-4FB6-9F22-CDF0EA613CE7}" dt="2026-07-04T19:25:27.855" v="1506"/>
          <ac:spMkLst>
            <pc:docMk/>
            <pc:sldMk cId="1834936329" sldId="1503"/>
            <ac:spMk id="36" creationId="{81CC9B02-E087-4350-AEBD-2C3CF001AF01}"/>
          </ac:spMkLst>
        </pc:spChg>
        <pc:picChg chg="add mod ord">
          <ac:chgData name="Ree Brown" userId="6019b95bd8a428af" providerId="LiveId" clId="{D7E81A9A-C38B-4FB6-9F22-CDF0EA613CE7}" dt="2026-07-04T19:12:55.092" v="1382" actId="26606"/>
          <ac:picMkLst>
            <pc:docMk/>
            <pc:sldMk cId="1834936329" sldId="1503"/>
            <ac:picMk id="7" creationId="{B9FF1FF1-0F77-E8A7-E4D2-8A85F6A88A11}"/>
          </ac:picMkLst>
        </pc:picChg>
        <pc:picChg chg="del">
          <ac:chgData name="Ree Brown" userId="6019b95bd8a428af" providerId="LiveId" clId="{D7E81A9A-C38B-4FB6-9F22-CDF0EA613CE7}" dt="2026-07-04T19:12:32.933" v="1378" actId="478"/>
          <ac:picMkLst>
            <pc:docMk/>
            <pc:sldMk cId="1834936329" sldId="1503"/>
            <ac:picMk id="9" creationId="{A0BE5B22-09A0-4CE1-DA06-CCCF03B7AA4F}"/>
          </ac:picMkLst>
        </pc:picChg>
        <pc:picChg chg="add del">
          <ac:chgData name="Ree Brown" userId="6019b95bd8a428af" providerId="LiveId" clId="{D7E81A9A-C38B-4FB6-9F22-CDF0EA613CE7}" dt="2026-07-04T19:12:55.010" v="1381" actId="26606"/>
          <ac:picMkLst>
            <pc:docMk/>
            <pc:sldMk cId="1834936329" sldId="1503"/>
            <ac:picMk id="12" creationId="{DF19BAF3-7E20-4B9D-B544-BABAEEA1FA75}"/>
          </ac:picMkLst>
        </pc:picChg>
        <pc:picChg chg="add del">
          <ac:chgData name="Ree Brown" userId="6019b95bd8a428af" providerId="LiveId" clId="{D7E81A9A-C38B-4FB6-9F22-CDF0EA613CE7}" dt="2026-07-04T19:12:55.010" v="1381" actId="26606"/>
          <ac:picMkLst>
            <pc:docMk/>
            <pc:sldMk cId="1834936329" sldId="1503"/>
            <ac:picMk id="14" creationId="{950648F4-ABCD-4DF0-8641-76CFB2354721}"/>
          </ac:picMkLst>
        </pc:picChg>
        <pc:picChg chg="add del">
          <ac:chgData name="Ree Brown" userId="6019b95bd8a428af" providerId="LiveId" clId="{D7E81A9A-C38B-4FB6-9F22-CDF0EA613CE7}" dt="2026-07-04T19:12:55.010" v="1381" actId="26606"/>
          <ac:picMkLst>
            <pc:docMk/>
            <pc:sldMk cId="1834936329" sldId="1503"/>
            <ac:picMk id="20" creationId="{94AAE3AA-3759-4D28-B0EF-575F25A5146C}"/>
          </ac:picMkLst>
        </pc:picChg>
        <pc:picChg chg="add del">
          <ac:chgData name="Ree Brown" userId="6019b95bd8a428af" providerId="LiveId" clId="{D7E81A9A-C38B-4FB6-9F22-CDF0EA613CE7}" dt="2026-07-04T19:25:27.855" v="1506"/>
          <ac:picMkLst>
            <pc:docMk/>
            <pc:sldMk cId="1834936329" sldId="1503"/>
            <ac:picMk id="29" creationId="{DF19BAF3-7E20-4B9D-B544-BABAEEA1FA75}"/>
          </ac:picMkLst>
        </pc:picChg>
        <pc:picChg chg="add del">
          <ac:chgData name="Ree Brown" userId="6019b95bd8a428af" providerId="LiveId" clId="{D7E81A9A-C38B-4FB6-9F22-CDF0EA613CE7}" dt="2026-07-04T19:25:27.855" v="1506"/>
          <ac:picMkLst>
            <pc:docMk/>
            <pc:sldMk cId="1834936329" sldId="1503"/>
            <ac:picMk id="30" creationId="{950648F4-ABCD-4DF0-8641-76CFB2354721}"/>
          </ac:picMkLst>
        </pc:picChg>
        <pc:picChg chg="add del">
          <ac:chgData name="Ree Brown" userId="6019b95bd8a428af" providerId="LiveId" clId="{D7E81A9A-C38B-4FB6-9F22-CDF0EA613CE7}" dt="2026-07-04T19:25:27.855" v="1506"/>
          <ac:picMkLst>
            <pc:docMk/>
            <pc:sldMk cId="1834936329" sldId="1503"/>
            <ac:picMk id="32" creationId="{CF1EB4BD-9C7E-4AA3-9681-C7EB0DA6250B}"/>
          </ac:picMkLst>
        </pc:picChg>
        <pc:picChg chg="add del">
          <ac:chgData name="Ree Brown" userId="6019b95bd8a428af" providerId="LiveId" clId="{D7E81A9A-C38B-4FB6-9F22-CDF0EA613CE7}" dt="2026-07-04T19:25:27.855" v="1506"/>
          <ac:picMkLst>
            <pc:docMk/>
            <pc:sldMk cId="1834936329" sldId="1503"/>
            <ac:picMk id="33" creationId="{94AAE3AA-3759-4D28-B0EF-575F25A5146C}"/>
          </ac:picMkLst>
        </pc:picChg>
      </pc:sldChg>
      <pc:sldChg chg="addSp delSp modSp mod ord modClrScheme chgLayout">
        <pc:chgData name="Ree Brown" userId="6019b95bd8a428af" providerId="LiveId" clId="{D7E81A9A-C38B-4FB6-9F22-CDF0EA613CE7}" dt="2026-07-05T16:28:50.596" v="8605" actId="20577"/>
        <pc:sldMkLst>
          <pc:docMk/>
          <pc:sldMk cId="1135043495" sldId="1506"/>
        </pc:sldMkLst>
        <pc:spChg chg="mod ord">
          <ac:chgData name="Ree Brown" userId="6019b95bd8a428af" providerId="LiveId" clId="{D7E81A9A-C38B-4FB6-9F22-CDF0EA613CE7}" dt="2026-07-05T16:28:50.596" v="8605" actId="20577"/>
          <ac:spMkLst>
            <pc:docMk/>
            <pc:sldMk cId="1135043495" sldId="1506"/>
            <ac:spMk id="2" creationId="{1FE72092-1D93-1C42-71C9-4C3CD1035FA3}"/>
          </ac:spMkLst>
        </pc:spChg>
        <pc:spChg chg="add mod ord">
          <ac:chgData name="Ree Brown" userId="6019b95bd8a428af" providerId="LiveId" clId="{D7E81A9A-C38B-4FB6-9F22-CDF0EA613CE7}" dt="2026-07-05T16:27:15.595" v="8557" actId="255"/>
          <ac:spMkLst>
            <pc:docMk/>
            <pc:sldMk cId="1135043495" sldId="1506"/>
            <ac:spMk id="4" creationId="{B0DD0FB0-4368-F205-5A2A-F0941B1391DA}"/>
          </ac:spMkLst>
        </pc:spChg>
        <pc:spChg chg="add del mod">
          <ac:chgData name="Ree Brown" userId="6019b95bd8a428af" providerId="LiveId" clId="{D7E81A9A-C38B-4FB6-9F22-CDF0EA613CE7}" dt="2026-07-04T21:11:11.388" v="2322"/>
          <ac:spMkLst>
            <pc:docMk/>
            <pc:sldMk cId="1135043495" sldId="1506"/>
            <ac:spMk id="6" creationId="{F48E0E93-4ED6-10ED-C491-E6BA0DEC0665}"/>
          </ac:spMkLst>
        </pc:spChg>
        <pc:spChg chg="add del mod ord">
          <ac:chgData name="Ree Brown" userId="6019b95bd8a428af" providerId="LiveId" clId="{D7E81A9A-C38B-4FB6-9F22-CDF0EA613CE7}" dt="2026-07-04T21:41:52.218" v="3516" actId="478"/>
          <ac:spMkLst>
            <pc:docMk/>
            <pc:sldMk cId="1135043495" sldId="1506"/>
            <ac:spMk id="8" creationId="{64F0BA07-5F20-820D-E022-E102CEBE1D0E}"/>
          </ac:spMkLst>
        </pc:spChg>
        <pc:graphicFrameChg chg="del">
          <ac:chgData name="Ree Brown" userId="6019b95bd8a428af" providerId="LiveId" clId="{D7E81A9A-C38B-4FB6-9F22-CDF0EA613CE7}" dt="2026-07-04T20:36:42.206" v="1624" actId="478"/>
          <ac:graphicFrameMkLst>
            <pc:docMk/>
            <pc:sldMk cId="1135043495" sldId="1506"/>
            <ac:graphicFrameMk id="7" creationId="{69780BEB-FFD1-3971-F361-1B40A8D66893}"/>
          </ac:graphicFrameMkLst>
        </pc:graphicFrameChg>
      </pc:sldChg>
      <pc:sldChg chg="modSp del">
        <pc:chgData name="Ree Brown" userId="6019b95bd8a428af" providerId="LiveId" clId="{D7E81A9A-C38B-4FB6-9F22-CDF0EA613CE7}" dt="2026-07-04T20:47:21.296" v="1819" actId="47"/>
        <pc:sldMkLst>
          <pc:docMk/>
          <pc:sldMk cId="3761678752" sldId="1508"/>
        </pc:sldMkLst>
        <pc:spChg chg="mod">
          <ac:chgData name="Ree Brown" userId="6019b95bd8a428af" providerId="LiveId" clId="{D7E81A9A-C38B-4FB6-9F22-CDF0EA613CE7}" dt="2026-07-04T19:25:27.855" v="1506"/>
          <ac:spMkLst>
            <pc:docMk/>
            <pc:sldMk cId="3761678752" sldId="1508"/>
            <ac:spMk id="2" creationId="{06B47223-A893-96A6-F0E7-83F317B9BE5B}"/>
          </ac:spMkLst>
        </pc:spChg>
      </pc:sldChg>
      <pc:sldChg chg="addSp modSp del mod modClrScheme chgLayout">
        <pc:chgData name="Ree Brown" userId="6019b95bd8a428af" providerId="LiveId" clId="{D7E81A9A-C38B-4FB6-9F22-CDF0EA613CE7}" dt="2026-07-04T21:34:19.265" v="3413" actId="2696"/>
        <pc:sldMkLst>
          <pc:docMk/>
          <pc:sldMk cId="611099963" sldId="1509"/>
        </pc:sldMkLst>
        <pc:spChg chg="mod ord">
          <ac:chgData name="Ree Brown" userId="6019b95bd8a428af" providerId="LiveId" clId="{D7E81A9A-C38B-4FB6-9F22-CDF0EA613CE7}" dt="2026-07-04T21:02:47.677" v="2092" actId="700"/>
          <ac:spMkLst>
            <pc:docMk/>
            <pc:sldMk cId="611099963" sldId="1509"/>
            <ac:spMk id="2" creationId="{6159B732-B1AC-BE34-4B6A-E40D4AAEC4AE}"/>
          </ac:spMkLst>
        </pc:spChg>
        <pc:spChg chg="mod ord">
          <ac:chgData name="Ree Brown" userId="6019b95bd8a428af" providerId="LiveId" clId="{D7E81A9A-C38B-4FB6-9F22-CDF0EA613CE7}" dt="2026-07-04T21:02:47.727" v="2093" actId="27636"/>
          <ac:spMkLst>
            <pc:docMk/>
            <pc:sldMk cId="611099963" sldId="1509"/>
            <ac:spMk id="3" creationId="{3F013921-0C7A-69E8-FDAD-099AB8A05415}"/>
          </ac:spMkLst>
        </pc:spChg>
        <pc:spChg chg="add mod ord">
          <ac:chgData name="Ree Brown" userId="6019b95bd8a428af" providerId="LiveId" clId="{D7E81A9A-C38B-4FB6-9F22-CDF0EA613CE7}" dt="2026-07-04T21:02:47.677" v="2092" actId="700"/>
          <ac:spMkLst>
            <pc:docMk/>
            <pc:sldMk cId="611099963" sldId="1509"/>
            <ac:spMk id="4" creationId="{E3852537-8CA6-7AFA-A399-63517ABFB9A1}"/>
          </ac:spMkLst>
        </pc:spChg>
        <pc:spChg chg="add mod ord">
          <ac:chgData name="Ree Brown" userId="6019b95bd8a428af" providerId="LiveId" clId="{D7E81A9A-C38B-4FB6-9F22-CDF0EA613CE7}" dt="2026-07-04T21:02:47.677" v="2092" actId="700"/>
          <ac:spMkLst>
            <pc:docMk/>
            <pc:sldMk cId="611099963" sldId="1509"/>
            <ac:spMk id="5" creationId="{7AD07424-BFCF-E2CE-2C9E-8B463626530E}"/>
          </ac:spMkLst>
        </pc:spChg>
        <pc:spChg chg="add mod ord">
          <ac:chgData name="Ree Brown" userId="6019b95bd8a428af" providerId="LiveId" clId="{D7E81A9A-C38B-4FB6-9F22-CDF0EA613CE7}" dt="2026-07-04T21:02:47.677" v="2092" actId="700"/>
          <ac:spMkLst>
            <pc:docMk/>
            <pc:sldMk cId="611099963" sldId="1509"/>
            <ac:spMk id="6" creationId="{746BE372-0678-16B0-156F-2A19CCA70378}"/>
          </ac:spMkLst>
        </pc:spChg>
        <pc:spChg chg="add mod ord">
          <ac:chgData name="Ree Brown" userId="6019b95bd8a428af" providerId="LiveId" clId="{D7E81A9A-C38B-4FB6-9F22-CDF0EA613CE7}" dt="2026-07-04T21:02:47.677" v="2092" actId="700"/>
          <ac:spMkLst>
            <pc:docMk/>
            <pc:sldMk cId="611099963" sldId="1509"/>
            <ac:spMk id="7" creationId="{AC53EA4B-0760-0B90-02A4-63F78E363D7F}"/>
          </ac:spMkLst>
        </pc:spChg>
        <pc:spChg chg="add mod ord">
          <ac:chgData name="Ree Brown" userId="6019b95bd8a428af" providerId="LiveId" clId="{D7E81A9A-C38B-4FB6-9F22-CDF0EA613CE7}" dt="2026-07-04T21:02:47.677" v="2092" actId="700"/>
          <ac:spMkLst>
            <pc:docMk/>
            <pc:sldMk cId="611099963" sldId="1509"/>
            <ac:spMk id="8" creationId="{624697DF-1085-8529-EEF8-0D1998B1ABB2}"/>
          </ac:spMkLst>
        </pc:spChg>
        <pc:spChg chg="add mod ord">
          <ac:chgData name="Ree Brown" userId="6019b95bd8a428af" providerId="LiveId" clId="{D7E81A9A-C38B-4FB6-9F22-CDF0EA613CE7}" dt="2026-07-04T21:02:47.677" v="2092" actId="700"/>
          <ac:spMkLst>
            <pc:docMk/>
            <pc:sldMk cId="611099963" sldId="1509"/>
            <ac:spMk id="9" creationId="{E91E3302-BD3A-242B-98E2-2D7DBC405A3D}"/>
          </ac:spMkLst>
        </pc:spChg>
        <pc:spChg chg="add mod ord">
          <ac:chgData name="Ree Brown" userId="6019b95bd8a428af" providerId="LiveId" clId="{D7E81A9A-C38B-4FB6-9F22-CDF0EA613CE7}" dt="2026-07-04T21:02:47.677" v="2092" actId="700"/>
          <ac:spMkLst>
            <pc:docMk/>
            <pc:sldMk cId="611099963" sldId="1509"/>
            <ac:spMk id="10" creationId="{C911E012-8C73-B40D-0566-7B4843AE9283}"/>
          </ac:spMkLst>
        </pc:spChg>
        <pc:spChg chg="add mod ord">
          <ac:chgData name="Ree Brown" userId="6019b95bd8a428af" providerId="LiveId" clId="{D7E81A9A-C38B-4FB6-9F22-CDF0EA613CE7}" dt="2026-07-04T21:02:47.677" v="2092" actId="700"/>
          <ac:spMkLst>
            <pc:docMk/>
            <pc:sldMk cId="611099963" sldId="1509"/>
            <ac:spMk id="11" creationId="{B9A8418F-E3E9-BB8B-9911-B6CDD41A7944}"/>
          </ac:spMkLst>
        </pc:spChg>
      </pc:sldChg>
      <pc:sldChg chg="addSp modSp mod chgLayout">
        <pc:chgData name="Ree Brown" userId="6019b95bd8a428af" providerId="LiveId" clId="{D7E81A9A-C38B-4FB6-9F22-CDF0EA613CE7}" dt="2026-07-05T17:43:16.009" v="9423" actId="20577"/>
        <pc:sldMkLst>
          <pc:docMk/>
          <pc:sldMk cId="2236553916" sldId="1511"/>
        </pc:sldMkLst>
        <pc:spChg chg="mod ord">
          <ac:chgData name="Ree Brown" userId="6019b95bd8a428af" providerId="LiveId" clId="{D7E81A9A-C38B-4FB6-9F22-CDF0EA613CE7}" dt="2026-07-05T15:04:30.011" v="5244" actId="2711"/>
          <ac:spMkLst>
            <pc:docMk/>
            <pc:sldMk cId="2236553916" sldId="1511"/>
            <ac:spMk id="2" creationId="{75676E2C-040E-4D92-F9F7-F61C47F4F152}"/>
          </ac:spMkLst>
        </pc:spChg>
        <pc:spChg chg="mod ord">
          <ac:chgData name="Ree Brown" userId="6019b95bd8a428af" providerId="LiveId" clId="{D7E81A9A-C38B-4FB6-9F22-CDF0EA613CE7}" dt="2026-07-05T15:18:57.109" v="5448" actId="5793"/>
          <ac:spMkLst>
            <pc:docMk/>
            <pc:sldMk cId="2236553916" sldId="1511"/>
            <ac:spMk id="3" creationId="{3C6EE18F-CF72-C06C-3020-B9FA4DEAB729}"/>
          </ac:spMkLst>
        </pc:spChg>
        <pc:spChg chg="add mod">
          <ac:chgData name="Ree Brown" userId="6019b95bd8a428af" providerId="LiveId" clId="{D7E81A9A-C38B-4FB6-9F22-CDF0EA613CE7}" dt="2026-07-05T17:43:16.009" v="9423" actId="20577"/>
          <ac:spMkLst>
            <pc:docMk/>
            <pc:sldMk cId="2236553916" sldId="1511"/>
            <ac:spMk id="4" creationId="{1A358885-20AA-099C-7690-108CD2990F28}"/>
          </ac:spMkLst>
        </pc:spChg>
      </pc:sldChg>
      <pc:sldChg chg="addSp delSp modSp del mod">
        <pc:chgData name="Ree Brown" userId="6019b95bd8a428af" providerId="LiveId" clId="{D7E81A9A-C38B-4FB6-9F22-CDF0EA613CE7}" dt="2026-07-05T14:38:58.048" v="3893" actId="2696"/>
        <pc:sldMkLst>
          <pc:docMk/>
          <pc:sldMk cId="3272732094" sldId="1512"/>
        </pc:sldMkLst>
        <pc:spChg chg="mod">
          <ac:chgData name="Ree Brown" userId="6019b95bd8a428af" providerId="LiveId" clId="{D7E81A9A-C38B-4FB6-9F22-CDF0EA613CE7}" dt="2026-07-04T20:58:11.936" v="2031" actId="1076"/>
          <ac:spMkLst>
            <pc:docMk/>
            <pc:sldMk cId="3272732094" sldId="1512"/>
            <ac:spMk id="2" creationId="{29BA87EA-8BB3-79C6-656A-1A8ABD658D7E}"/>
          </ac:spMkLst>
        </pc:spChg>
        <pc:spChg chg="mod">
          <ac:chgData name="Ree Brown" userId="6019b95bd8a428af" providerId="LiveId" clId="{D7E81A9A-C38B-4FB6-9F22-CDF0EA613CE7}" dt="2026-07-04T19:25:27.855" v="1506"/>
          <ac:spMkLst>
            <pc:docMk/>
            <pc:sldMk cId="3272732094" sldId="1512"/>
            <ac:spMk id="3" creationId="{E61DF94A-DA27-1E29-408E-F5360E814FB0}"/>
          </ac:spMkLst>
        </pc:spChg>
        <pc:spChg chg="add mod">
          <ac:chgData name="Ree Brown" userId="6019b95bd8a428af" providerId="LiveId" clId="{D7E81A9A-C38B-4FB6-9F22-CDF0EA613CE7}" dt="2026-07-04T20:58:08.423" v="2030" actId="478"/>
          <ac:spMkLst>
            <pc:docMk/>
            <pc:sldMk cId="3272732094" sldId="1512"/>
            <ac:spMk id="5" creationId="{86C6F5BF-FB51-37C0-BE0F-849097FD153D}"/>
          </ac:spMkLst>
        </pc:spChg>
        <pc:picChg chg="del mod">
          <ac:chgData name="Ree Brown" userId="6019b95bd8a428af" providerId="LiveId" clId="{D7E81A9A-C38B-4FB6-9F22-CDF0EA613CE7}" dt="2026-07-04T20:58:08.423" v="2030" actId="478"/>
          <ac:picMkLst>
            <pc:docMk/>
            <pc:sldMk cId="3272732094" sldId="1512"/>
            <ac:picMk id="9" creationId="{08B0FE67-3571-D73C-B5B6-9E19F8A9E3FA}"/>
          </ac:picMkLst>
        </pc:picChg>
      </pc:sldChg>
      <pc:sldChg chg="addSp delSp modSp add del mod ord">
        <pc:chgData name="Ree Brown" userId="6019b95bd8a428af" providerId="LiveId" clId="{D7E81A9A-C38B-4FB6-9F22-CDF0EA613CE7}" dt="2026-07-05T16:27:07.310" v="8556" actId="255"/>
        <pc:sldMkLst>
          <pc:docMk/>
          <pc:sldMk cId="1403495588" sldId="1513"/>
        </pc:sldMkLst>
        <pc:spChg chg="mod">
          <ac:chgData name="Ree Brown" userId="6019b95bd8a428af" providerId="LiveId" clId="{D7E81A9A-C38B-4FB6-9F22-CDF0EA613CE7}" dt="2026-07-04T19:25:27.855" v="1506"/>
          <ac:spMkLst>
            <pc:docMk/>
            <pc:sldMk cId="1403495588" sldId="1513"/>
            <ac:spMk id="2" creationId="{2D2AC717-1808-0047-7893-C9C49420B29A}"/>
          </ac:spMkLst>
        </pc:spChg>
        <pc:spChg chg="add del mod">
          <ac:chgData name="Ree Brown" userId="6019b95bd8a428af" providerId="LiveId" clId="{D7E81A9A-C38B-4FB6-9F22-CDF0EA613CE7}" dt="2026-07-05T16:27:01.804" v="8555" actId="255"/>
          <ac:spMkLst>
            <pc:docMk/>
            <pc:sldMk cId="1403495588" sldId="1513"/>
            <ac:spMk id="3" creationId="{5635F8E3-44DB-515A-43BB-AE6A3B9426D6}"/>
          </ac:spMkLst>
        </pc:spChg>
        <pc:spChg chg="add del mod">
          <ac:chgData name="Ree Brown" userId="6019b95bd8a428af" providerId="LiveId" clId="{D7E81A9A-C38B-4FB6-9F22-CDF0EA613CE7}" dt="2026-07-04T20:47:18.729" v="1818"/>
          <ac:spMkLst>
            <pc:docMk/>
            <pc:sldMk cId="1403495588" sldId="1513"/>
            <ac:spMk id="4" creationId="{C3756D60-96CB-7CF5-2DA9-7F724736C6F3}"/>
          </ac:spMkLst>
        </pc:spChg>
        <pc:spChg chg="add del mod">
          <ac:chgData name="Ree Brown" userId="6019b95bd8a428af" providerId="LiveId" clId="{D7E81A9A-C38B-4FB6-9F22-CDF0EA613CE7}" dt="2026-07-05T16:27:07.310" v="8556" actId="255"/>
          <ac:spMkLst>
            <pc:docMk/>
            <pc:sldMk cId="1403495588" sldId="1513"/>
            <ac:spMk id="5" creationId="{6A2DE44E-DB13-0DBA-67FD-30114441295F}"/>
          </ac:spMkLst>
        </pc:spChg>
        <pc:spChg chg="mod">
          <ac:chgData name="Ree Brown" userId="6019b95bd8a428af" providerId="LiveId" clId="{D7E81A9A-C38B-4FB6-9F22-CDF0EA613CE7}" dt="2026-07-05T15:03:52.355" v="5233" actId="2711"/>
          <ac:spMkLst>
            <pc:docMk/>
            <pc:sldMk cId="1403495588" sldId="1513"/>
            <ac:spMk id="6" creationId="{E5236CAB-BB4B-BDCA-63F6-F77BA904E53B}"/>
          </ac:spMkLst>
        </pc:spChg>
      </pc:sldChg>
      <pc:sldChg chg="modSp mod">
        <pc:chgData name="Ree Brown" userId="6019b95bd8a428af" providerId="LiveId" clId="{D7E81A9A-C38B-4FB6-9F22-CDF0EA613CE7}" dt="2026-07-05T18:18:05.671" v="9613" actId="20577"/>
        <pc:sldMkLst>
          <pc:docMk/>
          <pc:sldMk cId="1566291291" sldId="1514"/>
        </pc:sldMkLst>
        <pc:spChg chg="mod">
          <ac:chgData name="Ree Brown" userId="6019b95bd8a428af" providerId="LiveId" clId="{D7E81A9A-C38B-4FB6-9F22-CDF0EA613CE7}" dt="2026-07-05T15:15:42.051" v="5434" actId="14100"/>
          <ac:spMkLst>
            <pc:docMk/>
            <pc:sldMk cId="1566291291" sldId="1514"/>
            <ac:spMk id="2" creationId="{81896B45-59A7-C589-9ECA-BA4BE7D7D9F3}"/>
          </ac:spMkLst>
        </pc:spChg>
        <pc:spChg chg="mod">
          <ac:chgData name="Ree Brown" userId="6019b95bd8a428af" providerId="LiveId" clId="{D7E81A9A-C38B-4FB6-9F22-CDF0EA613CE7}" dt="2026-07-05T18:18:05.671" v="9613" actId="20577"/>
          <ac:spMkLst>
            <pc:docMk/>
            <pc:sldMk cId="1566291291" sldId="1514"/>
            <ac:spMk id="5" creationId="{FBFE3E85-F977-4917-D2F3-E64C503441F1}"/>
          </ac:spMkLst>
        </pc:spChg>
      </pc:sldChg>
      <pc:sldChg chg="addSp delSp modSp mod setBg setFolMasterObjs setClrOvrMap">
        <pc:chgData name="Ree Brown" userId="6019b95bd8a428af" providerId="LiveId" clId="{D7E81A9A-C38B-4FB6-9F22-CDF0EA613CE7}" dt="2026-07-05T16:30:15.791" v="8719" actId="20577"/>
        <pc:sldMkLst>
          <pc:docMk/>
          <pc:sldMk cId="599029612" sldId="1515"/>
        </pc:sldMkLst>
        <pc:spChg chg="mod">
          <ac:chgData name="Ree Brown" userId="6019b95bd8a428af" providerId="LiveId" clId="{D7E81A9A-C38B-4FB6-9F22-CDF0EA613CE7}" dt="2026-07-05T15:12:50.961" v="5393" actId="26606"/>
          <ac:spMkLst>
            <pc:docMk/>
            <pc:sldMk cId="599029612" sldId="1515"/>
            <ac:spMk id="2" creationId="{6345782E-E94C-F7FF-5DDC-7C1DFF856F9E}"/>
          </ac:spMkLst>
        </pc:spChg>
        <pc:spChg chg="mod ord">
          <ac:chgData name="Ree Brown" userId="6019b95bd8a428af" providerId="LiveId" clId="{D7E81A9A-C38B-4FB6-9F22-CDF0EA613CE7}" dt="2026-07-05T16:30:15.791" v="8719" actId="20577"/>
          <ac:spMkLst>
            <pc:docMk/>
            <pc:sldMk cId="599029612" sldId="1515"/>
            <ac:spMk id="3" creationId="{E1115141-87C9-23DF-ECBC-B828494C9F1E}"/>
          </ac:spMkLst>
        </pc:spChg>
        <pc:spChg chg="add del mod">
          <ac:chgData name="Ree Brown" userId="6019b95bd8a428af" providerId="LiveId" clId="{D7E81A9A-C38B-4FB6-9F22-CDF0EA613CE7}" dt="2026-07-05T15:11:58.555" v="5374" actId="931"/>
          <ac:spMkLst>
            <pc:docMk/>
            <pc:sldMk cId="599029612" sldId="1515"/>
            <ac:spMk id="7" creationId="{9ACA31E8-9D89-35DE-0F4A-2EA8209DEA22}"/>
          </ac:spMkLst>
        </pc:spChg>
        <pc:spChg chg="add del">
          <ac:chgData name="Ree Brown" userId="6019b95bd8a428af" providerId="LiveId" clId="{D7E81A9A-C38B-4FB6-9F22-CDF0EA613CE7}" dt="2026-07-05T15:12:15.929" v="5376" actId="26606"/>
          <ac:spMkLst>
            <pc:docMk/>
            <pc:sldMk cId="599029612" sldId="1515"/>
            <ac:spMk id="19" creationId="{4AC0CD9D-7610-4620-93B4-798CCD9AB581}"/>
          </ac:spMkLst>
        </pc:spChg>
        <pc:spChg chg="add del">
          <ac:chgData name="Ree Brown" userId="6019b95bd8a428af" providerId="LiveId" clId="{D7E81A9A-C38B-4FB6-9F22-CDF0EA613CE7}" dt="2026-07-05T15:12:15.929" v="5376" actId="26606"/>
          <ac:spMkLst>
            <pc:docMk/>
            <pc:sldMk cId="599029612" sldId="1515"/>
            <ac:spMk id="25" creationId="{DE4D62F9-188E-4530-84C2-24BDEE4BEB82}"/>
          </ac:spMkLst>
        </pc:spChg>
        <pc:spChg chg="add del">
          <ac:chgData name="Ree Brown" userId="6019b95bd8a428af" providerId="LiveId" clId="{D7E81A9A-C38B-4FB6-9F22-CDF0EA613CE7}" dt="2026-07-05T15:12:15.929" v="5376" actId="26606"/>
          <ac:spMkLst>
            <pc:docMk/>
            <pc:sldMk cId="599029612" sldId="1515"/>
            <ac:spMk id="27" creationId="{9922B851-6B16-415F-9600-DB0E665C54FD}"/>
          </ac:spMkLst>
        </pc:spChg>
        <pc:spChg chg="add del">
          <ac:chgData name="Ree Brown" userId="6019b95bd8a428af" providerId="LiveId" clId="{D7E81A9A-C38B-4FB6-9F22-CDF0EA613CE7}" dt="2026-07-05T15:12:15.929" v="5376" actId="26606"/>
          <ac:spMkLst>
            <pc:docMk/>
            <pc:sldMk cId="599029612" sldId="1515"/>
            <ac:spMk id="29" creationId="{FAA2B0B0-E6D1-4F97-A03B-5B9DC568AABC}"/>
          </ac:spMkLst>
        </pc:spChg>
        <pc:spChg chg="add del">
          <ac:chgData name="Ree Brown" userId="6019b95bd8a428af" providerId="LiveId" clId="{D7E81A9A-C38B-4FB6-9F22-CDF0EA613CE7}" dt="2026-07-05T15:12:15.929" v="5376" actId="26606"/>
          <ac:spMkLst>
            <pc:docMk/>
            <pc:sldMk cId="599029612" sldId="1515"/>
            <ac:spMk id="31" creationId="{7067A410-38E7-4862-BC25-A40927006E3A}"/>
          </ac:spMkLst>
        </pc:spChg>
        <pc:spChg chg="add del">
          <ac:chgData name="Ree Brown" userId="6019b95bd8a428af" providerId="LiveId" clId="{D7E81A9A-C38B-4FB6-9F22-CDF0EA613CE7}" dt="2026-07-05T15:12:15.929" v="5376" actId="26606"/>
          <ac:spMkLst>
            <pc:docMk/>
            <pc:sldMk cId="599029612" sldId="1515"/>
            <ac:spMk id="33" creationId="{95E21D77-54D4-42F2-9F79-B4B22CCA1C68}"/>
          </ac:spMkLst>
        </pc:spChg>
        <pc:spChg chg="add del">
          <ac:chgData name="Ree Brown" userId="6019b95bd8a428af" providerId="LiveId" clId="{D7E81A9A-C38B-4FB6-9F22-CDF0EA613CE7}" dt="2026-07-05T15:12:50.961" v="5393" actId="26606"/>
          <ac:spMkLst>
            <pc:docMk/>
            <pc:sldMk cId="599029612" sldId="1515"/>
            <ac:spMk id="37" creationId="{989BE678-777B-482A-A616-FEDC47B162E5}"/>
          </ac:spMkLst>
        </pc:spChg>
        <pc:spChg chg="add del">
          <ac:chgData name="Ree Brown" userId="6019b95bd8a428af" providerId="LiveId" clId="{D7E81A9A-C38B-4FB6-9F22-CDF0EA613CE7}" dt="2026-07-05T15:12:50.961" v="5393" actId="26606"/>
          <ac:spMkLst>
            <pc:docMk/>
            <pc:sldMk cId="599029612" sldId="1515"/>
            <ac:spMk id="40" creationId="{D28BE0C3-2102-4820-B88B-A448B1840D14}"/>
          </ac:spMkLst>
        </pc:spChg>
        <pc:spChg chg="add del">
          <ac:chgData name="Ree Brown" userId="6019b95bd8a428af" providerId="LiveId" clId="{D7E81A9A-C38B-4FB6-9F22-CDF0EA613CE7}" dt="2026-07-05T15:12:49.322" v="5390" actId="26606"/>
          <ac:spMkLst>
            <pc:docMk/>
            <pc:sldMk cId="599029612" sldId="1515"/>
            <ac:spMk id="49" creationId="{989BE678-777B-482A-A616-FEDC47B162E5}"/>
          </ac:spMkLst>
        </pc:spChg>
        <pc:spChg chg="add del">
          <ac:chgData name="Ree Brown" userId="6019b95bd8a428af" providerId="LiveId" clId="{D7E81A9A-C38B-4FB6-9F22-CDF0EA613CE7}" dt="2026-07-05T15:12:49.322" v="5390" actId="26606"/>
          <ac:spMkLst>
            <pc:docMk/>
            <pc:sldMk cId="599029612" sldId="1515"/>
            <ac:spMk id="55" creationId="{D28BE0C3-2102-4820-B88B-A448B1840D14}"/>
          </ac:spMkLst>
        </pc:spChg>
        <pc:spChg chg="add del">
          <ac:chgData name="Ree Brown" userId="6019b95bd8a428af" providerId="LiveId" clId="{D7E81A9A-C38B-4FB6-9F22-CDF0EA613CE7}" dt="2026-07-05T15:12:49.322" v="5390" actId="26606"/>
          <ac:spMkLst>
            <pc:docMk/>
            <pc:sldMk cId="599029612" sldId="1515"/>
            <ac:spMk id="57" creationId="{AA047838-7F9E-43CF-A116-26E7AAA8F842}"/>
          </ac:spMkLst>
        </pc:spChg>
        <pc:spChg chg="add del">
          <ac:chgData name="Ree Brown" userId="6019b95bd8a428af" providerId="LiveId" clId="{D7E81A9A-C38B-4FB6-9F22-CDF0EA613CE7}" dt="2026-07-05T15:12:50.916" v="5392" actId="26606"/>
          <ac:spMkLst>
            <pc:docMk/>
            <pc:sldMk cId="599029612" sldId="1515"/>
            <ac:spMk id="61" creationId="{989BE678-777B-482A-A616-FEDC47B162E5}"/>
          </ac:spMkLst>
        </pc:spChg>
        <pc:spChg chg="add del">
          <ac:chgData name="Ree Brown" userId="6019b95bd8a428af" providerId="LiveId" clId="{D7E81A9A-C38B-4FB6-9F22-CDF0EA613CE7}" dt="2026-07-05T15:12:50.916" v="5392" actId="26606"/>
          <ac:spMkLst>
            <pc:docMk/>
            <pc:sldMk cId="599029612" sldId="1515"/>
            <ac:spMk id="64" creationId="{D28BE0C3-2102-4820-B88B-A448B1840D14}"/>
          </ac:spMkLst>
        </pc:spChg>
        <pc:spChg chg="add">
          <ac:chgData name="Ree Brown" userId="6019b95bd8a428af" providerId="LiveId" clId="{D7E81A9A-C38B-4FB6-9F22-CDF0EA613CE7}" dt="2026-07-05T15:12:50.961" v="5393" actId="26606"/>
          <ac:spMkLst>
            <pc:docMk/>
            <pc:sldMk cId="599029612" sldId="1515"/>
            <ac:spMk id="68" creationId="{989BE678-777B-482A-A616-FEDC47B162E5}"/>
          </ac:spMkLst>
        </pc:spChg>
        <pc:spChg chg="add">
          <ac:chgData name="Ree Brown" userId="6019b95bd8a428af" providerId="LiveId" clId="{D7E81A9A-C38B-4FB6-9F22-CDF0EA613CE7}" dt="2026-07-05T15:12:50.961" v="5393" actId="26606"/>
          <ac:spMkLst>
            <pc:docMk/>
            <pc:sldMk cId="599029612" sldId="1515"/>
            <ac:spMk id="71" creationId="{D28BE0C3-2102-4820-B88B-A448B1840D14}"/>
          </ac:spMkLst>
        </pc:spChg>
        <pc:spChg chg="add">
          <ac:chgData name="Ree Brown" userId="6019b95bd8a428af" providerId="LiveId" clId="{D7E81A9A-C38B-4FB6-9F22-CDF0EA613CE7}" dt="2026-07-05T15:12:50.961" v="5393" actId="26606"/>
          <ac:spMkLst>
            <pc:docMk/>
            <pc:sldMk cId="599029612" sldId="1515"/>
            <ac:spMk id="72" creationId="{C8A3C342-1D03-412F-8DD3-BF519E8E0AE9}"/>
          </ac:spMkLst>
        </pc:spChg>
        <pc:spChg chg="add">
          <ac:chgData name="Ree Brown" userId="6019b95bd8a428af" providerId="LiveId" clId="{D7E81A9A-C38B-4FB6-9F22-CDF0EA613CE7}" dt="2026-07-05T15:12:50.961" v="5393" actId="26606"/>
          <ac:spMkLst>
            <pc:docMk/>
            <pc:sldMk cId="599029612" sldId="1515"/>
            <ac:spMk id="73" creationId="{81CC9B02-E087-4350-AEBD-2C3CF001AF01}"/>
          </ac:spMkLst>
        </pc:spChg>
        <pc:picChg chg="add del mod">
          <ac:chgData name="Ree Brown" userId="6019b95bd8a428af" providerId="LiveId" clId="{D7E81A9A-C38B-4FB6-9F22-CDF0EA613CE7}" dt="2026-07-05T15:11:52.447" v="5373" actId="478"/>
          <ac:picMkLst>
            <pc:docMk/>
            <pc:sldMk cId="599029612" sldId="1515"/>
            <ac:picMk id="5" creationId="{ADAB8EBA-F758-2A1B-E88A-4E54D3C1FE96}"/>
          </ac:picMkLst>
        </pc:picChg>
        <pc:picChg chg="del mod">
          <ac:chgData name="Ree Brown" userId="6019b95bd8a428af" providerId="LiveId" clId="{D7E81A9A-C38B-4FB6-9F22-CDF0EA613CE7}" dt="2026-07-05T15:11:49.490" v="5372" actId="478"/>
          <ac:picMkLst>
            <pc:docMk/>
            <pc:sldMk cId="599029612" sldId="1515"/>
            <ac:picMk id="8" creationId="{2EAC0192-278D-89E4-80FC-ECD204D64D01}"/>
          </ac:picMkLst>
        </pc:picChg>
        <pc:picChg chg="add mod ord">
          <ac:chgData name="Ree Brown" userId="6019b95bd8a428af" providerId="LiveId" clId="{D7E81A9A-C38B-4FB6-9F22-CDF0EA613CE7}" dt="2026-07-05T15:12:19.609" v="5378" actId="1076"/>
          <ac:picMkLst>
            <pc:docMk/>
            <pc:sldMk cId="599029612" sldId="1515"/>
            <ac:picMk id="10" creationId="{2586F44D-39C7-121F-EE4A-48EB3D47952C}"/>
          </ac:picMkLst>
        </pc:picChg>
        <pc:picChg chg="add del">
          <ac:chgData name="Ree Brown" userId="6019b95bd8a428af" providerId="LiveId" clId="{D7E81A9A-C38B-4FB6-9F22-CDF0EA613CE7}" dt="2026-07-05T15:12:15.929" v="5376" actId="26606"/>
          <ac:picMkLst>
            <pc:docMk/>
            <pc:sldMk cId="599029612" sldId="1515"/>
            <ac:picMk id="15" creationId="{41B68C77-138E-4BF7-A276-BD0C78A4219F}"/>
          </ac:picMkLst>
        </pc:picChg>
        <pc:picChg chg="add del">
          <ac:chgData name="Ree Brown" userId="6019b95bd8a428af" providerId="LiveId" clId="{D7E81A9A-C38B-4FB6-9F22-CDF0EA613CE7}" dt="2026-07-05T15:12:15.929" v="5376" actId="26606"/>
          <ac:picMkLst>
            <pc:docMk/>
            <pc:sldMk cId="599029612" sldId="1515"/>
            <ac:picMk id="23" creationId="{69F01145-BEA3-4CBF-AA21-10077B948CA8}"/>
          </ac:picMkLst>
        </pc:picChg>
        <pc:picChg chg="add">
          <ac:chgData name="Ree Brown" userId="6019b95bd8a428af" providerId="LiveId" clId="{D7E81A9A-C38B-4FB6-9F22-CDF0EA613CE7}" dt="2026-07-05T15:12:15.998" v="5377" actId="26606"/>
          <ac:picMkLst>
            <pc:docMk/>
            <pc:sldMk cId="599029612" sldId="1515"/>
            <ac:picMk id="35" creationId="{DF19BAF3-7E20-4B9D-B544-BABAEEA1FA75}"/>
          </ac:picMkLst>
        </pc:picChg>
        <pc:picChg chg="add">
          <ac:chgData name="Ree Brown" userId="6019b95bd8a428af" providerId="LiveId" clId="{D7E81A9A-C38B-4FB6-9F22-CDF0EA613CE7}" dt="2026-07-05T15:12:15.998" v="5377" actId="26606"/>
          <ac:picMkLst>
            <pc:docMk/>
            <pc:sldMk cId="599029612" sldId="1515"/>
            <ac:picMk id="36" creationId="{950648F4-ABCD-4DF0-8641-76CFB2354721}"/>
          </ac:picMkLst>
        </pc:picChg>
        <pc:picChg chg="add">
          <ac:chgData name="Ree Brown" userId="6019b95bd8a428af" providerId="LiveId" clId="{D7E81A9A-C38B-4FB6-9F22-CDF0EA613CE7}" dt="2026-07-05T15:12:15.998" v="5377" actId="26606"/>
          <ac:picMkLst>
            <pc:docMk/>
            <pc:sldMk cId="599029612" sldId="1515"/>
            <ac:picMk id="38" creationId="{CF1EB4BD-9C7E-4AA3-9681-C7EB0DA6250B}"/>
          </ac:picMkLst>
        </pc:picChg>
        <pc:picChg chg="add del">
          <ac:chgData name="Ree Brown" userId="6019b95bd8a428af" providerId="LiveId" clId="{D7E81A9A-C38B-4FB6-9F22-CDF0EA613CE7}" dt="2026-07-05T15:12:50.961" v="5393" actId="26606"/>
          <ac:picMkLst>
            <pc:docMk/>
            <pc:sldMk cId="599029612" sldId="1515"/>
            <ac:picMk id="39" creationId="{94AAE3AA-3759-4D28-B0EF-575F25A5146C}"/>
          </ac:picMkLst>
        </pc:picChg>
        <pc:picChg chg="add del">
          <ac:chgData name="Ree Brown" userId="6019b95bd8a428af" providerId="LiveId" clId="{D7E81A9A-C38B-4FB6-9F22-CDF0EA613CE7}" dt="2026-07-05T15:12:49.322" v="5390" actId="26606"/>
          <ac:picMkLst>
            <pc:docMk/>
            <pc:sldMk cId="599029612" sldId="1515"/>
            <ac:picMk id="45" creationId="{DF19BAF3-7E20-4B9D-B544-BABAEEA1FA75}"/>
          </ac:picMkLst>
        </pc:picChg>
        <pc:picChg chg="add del">
          <ac:chgData name="Ree Brown" userId="6019b95bd8a428af" providerId="LiveId" clId="{D7E81A9A-C38B-4FB6-9F22-CDF0EA613CE7}" dt="2026-07-05T15:12:49.322" v="5390" actId="26606"/>
          <ac:picMkLst>
            <pc:docMk/>
            <pc:sldMk cId="599029612" sldId="1515"/>
            <ac:picMk id="51" creationId="{CF1EB4BD-9C7E-4AA3-9681-C7EB0DA6250B}"/>
          </ac:picMkLst>
        </pc:picChg>
        <pc:picChg chg="add del">
          <ac:chgData name="Ree Brown" userId="6019b95bd8a428af" providerId="LiveId" clId="{D7E81A9A-C38B-4FB6-9F22-CDF0EA613CE7}" dt="2026-07-05T15:12:50.916" v="5392" actId="26606"/>
          <ac:picMkLst>
            <pc:docMk/>
            <pc:sldMk cId="599029612" sldId="1515"/>
            <ac:picMk id="59" creationId="{DF19BAF3-7E20-4B9D-B544-BABAEEA1FA75}"/>
          </ac:picMkLst>
        </pc:picChg>
        <pc:picChg chg="add del">
          <ac:chgData name="Ree Brown" userId="6019b95bd8a428af" providerId="LiveId" clId="{D7E81A9A-C38B-4FB6-9F22-CDF0EA613CE7}" dt="2026-07-05T15:12:50.916" v="5392" actId="26606"/>
          <ac:picMkLst>
            <pc:docMk/>
            <pc:sldMk cId="599029612" sldId="1515"/>
            <ac:picMk id="60" creationId="{950648F4-ABCD-4DF0-8641-76CFB2354721}"/>
          </ac:picMkLst>
        </pc:picChg>
        <pc:picChg chg="add del">
          <ac:chgData name="Ree Brown" userId="6019b95bd8a428af" providerId="LiveId" clId="{D7E81A9A-C38B-4FB6-9F22-CDF0EA613CE7}" dt="2026-07-05T15:12:50.916" v="5392" actId="26606"/>
          <ac:picMkLst>
            <pc:docMk/>
            <pc:sldMk cId="599029612" sldId="1515"/>
            <ac:picMk id="62" creationId="{CF1EB4BD-9C7E-4AA3-9681-C7EB0DA6250B}"/>
          </ac:picMkLst>
        </pc:picChg>
        <pc:picChg chg="add del">
          <ac:chgData name="Ree Brown" userId="6019b95bd8a428af" providerId="LiveId" clId="{D7E81A9A-C38B-4FB6-9F22-CDF0EA613CE7}" dt="2026-07-05T15:12:50.916" v="5392" actId="26606"/>
          <ac:picMkLst>
            <pc:docMk/>
            <pc:sldMk cId="599029612" sldId="1515"/>
            <ac:picMk id="63" creationId="{94AAE3AA-3759-4D28-B0EF-575F25A5146C}"/>
          </ac:picMkLst>
        </pc:picChg>
        <pc:picChg chg="add">
          <ac:chgData name="Ree Brown" userId="6019b95bd8a428af" providerId="LiveId" clId="{D7E81A9A-C38B-4FB6-9F22-CDF0EA613CE7}" dt="2026-07-05T15:12:50.961" v="5393" actId="26606"/>
          <ac:picMkLst>
            <pc:docMk/>
            <pc:sldMk cId="599029612" sldId="1515"/>
            <ac:picMk id="66" creationId="{DF19BAF3-7E20-4B9D-B544-BABAEEA1FA75}"/>
          </ac:picMkLst>
        </pc:picChg>
      </pc:sldChg>
      <pc:sldChg chg="modSp mod">
        <pc:chgData name="Ree Brown" userId="6019b95bd8a428af" providerId="LiveId" clId="{D7E81A9A-C38B-4FB6-9F22-CDF0EA613CE7}" dt="2026-07-05T17:44:52.807" v="9597" actId="20577"/>
        <pc:sldMkLst>
          <pc:docMk/>
          <pc:sldMk cId="2168735708" sldId="1516"/>
        </pc:sldMkLst>
        <pc:spChg chg="mod">
          <ac:chgData name="Ree Brown" userId="6019b95bd8a428af" providerId="LiveId" clId="{D7E81A9A-C38B-4FB6-9F22-CDF0EA613CE7}" dt="2026-07-04T19:25:26.008" v="1504"/>
          <ac:spMkLst>
            <pc:docMk/>
            <pc:sldMk cId="2168735708" sldId="1516"/>
            <ac:spMk id="2" creationId="{324C32F8-E21D-68DC-2A6B-6A44F01175C0}"/>
          </ac:spMkLst>
        </pc:spChg>
        <pc:spChg chg="mod">
          <ac:chgData name="Ree Brown" userId="6019b95bd8a428af" providerId="LiveId" clId="{D7E81A9A-C38B-4FB6-9F22-CDF0EA613CE7}" dt="2026-07-05T17:44:52.807" v="9597" actId="20577"/>
          <ac:spMkLst>
            <pc:docMk/>
            <pc:sldMk cId="2168735708" sldId="1516"/>
            <ac:spMk id="3" creationId="{E435B5EE-EC32-8941-B9F3-74604A298061}"/>
          </ac:spMkLst>
        </pc:spChg>
      </pc:sldChg>
      <pc:sldChg chg="modSp del">
        <pc:chgData name="Ree Brown" userId="6019b95bd8a428af" providerId="LiveId" clId="{D7E81A9A-C38B-4FB6-9F22-CDF0EA613CE7}" dt="2026-07-04T20:54:23.488" v="1950" actId="2696"/>
        <pc:sldMkLst>
          <pc:docMk/>
          <pc:sldMk cId="3902066237" sldId="1517"/>
        </pc:sldMkLst>
        <pc:spChg chg="mod">
          <ac:chgData name="Ree Brown" userId="6019b95bd8a428af" providerId="LiveId" clId="{D7E81A9A-C38B-4FB6-9F22-CDF0EA613CE7}" dt="2026-07-04T19:25:27.855" v="1506"/>
          <ac:spMkLst>
            <pc:docMk/>
            <pc:sldMk cId="3902066237" sldId="1517"/>
            <ac:spMk id="2" creationId="{9A819718-8129-CB4A-5FDF-3999F3BE8E83}"/>
          </ac:spMkLst>
        </pc:spChg>
        <pc:spChg chg="mod">
          <ac:chgData name="Ree Brown" userId="6019b95bd8a428af" providerId="LiveId" clId="{D7E81A9A-C38B-4FB6-9F22-CDF0EA613CE7}" dt="2026-07-04T19:25:27.855" v="1506"/>
          <ac:spMkLst>
            <pc:docMk/>
            <pc:sldMk cId="3902066237" sldId="1517"/>
            <ac:spMk id="3" creationId="{348B4907-4194-55BC-BDE9-CCF6DAB2201B}"/>
          </ac:spMkLst>
        </pc:spChg>
      </pc:sldChg>
      <pc:sldChg chg="modSp mod">
        <pc:chgData name="Ree Brown" userId="6019b95bd8a428af" providerId="LiveId" clId="{D7E81A9A-C38B-4FB6-9F22-CDF0EA613CE7}" dt="2026-07-05T17:39:25.867" v="9364" actId="1076"/>
        <pc:sldMkLst>
          <pc:docMk/>
          <pc:sldMk cId="2032650364" sldId="1518"/>
        </pc:sldMkLst>
        <pc:spChg chg="mod">
          <ac:chgData name="Ree Brown" userId="6019b95bd8a428af" providerId="LiveId" clId="{D7E81A9A-C38B-4FB6-9F22-CDF0EA613CE7}" dt="2026-07-05T17:39:21.910" v="9363" actId="20577"/>
          <ac:spMkLst>
            <pc:docMk/>
            <pc:sldMk cId="2032650364" sldId="1518"/>
            <ac:spMk id="2" creationId="{CEA53691-1E29-F958-4516-21E9C6C6CB18}"/>
          </ac:spMkLst>
        </pc:spChg>
        <pc:spChg chg="mod">
          <ac:chgData name="Ree Brown" userId="6019b95bd8a428af" providerId="LiveId" clId="{D7E81A9A-C38B-4FB6-9F22-CDF0EA613CE7}" dt="2026-07-05T17:39:25.867" v="9364" actId="1076"/>
          <ac:spMkLst>
            <pc:docMk/>
            <pc:sldMk cId="2032650364" sldId="1518"/>
            <ac:spMk id="3" creationId="{C381D02A-DEE6-74A5-CC43-203D9041654D}"/>
          </ac:spMkLst>
        </pc:spChg>
      </pc:sldChg>
      <pc:sldChg chg="modSp new mod">
        <pc:chgData name="Ree Brown" userId="6019b95bd8a428af" providerId="LiveId" clId="{D7E81A9A-C38B-4FB6-9F22-CDF0EA613CE7}" dt="2026-07-05T17:31:57.324" v="9186" actId="20577"/>
        <pc:sldMkLst>
          <pc:docMk/>
          <pc:sldMk cId="1183801991" sldId="1519"/>
        </pc:sldMkLst>
        <pc:spChg chg="mod">
          <ac:chgData name="Ree Brown" userId="6019b95bd8a428af" providerId="LiveId" clId="{D7E81A9A-C38B-4FB6-9F22-CDF0EA613CE7}" dt="2026-07-05T15:27:38.535" v="5699" actId="1076"/>
          <ac:spMkLst>
            <pc:docMk/>
            <pc:sldMk cId="1183801991" sldId="1519"/>
            <ac:spMk id="2" creationId="{D09F8BDE-5401-629F-833C-3B2919397616}"/>
          </ac:spMkLst>
        </pc:spChg>
        <pc:spChg chg="mod">
          <ac:chgData name="Ree Brown" userId="6019b95bd8a428af" providerId="LiveId" clId="{D7E81A9A-C38B-4FB6-9F22-CDF0EA613CE7}" dt="2026-07-05T17:31:57.324" v="9186" actId="20577"/>
          <ac:spMkLst>
            <pc:docMk/>
            <pc:sldMk cId="1183801991" sldId="1519"/>
            <ac:spMk id="3" creationId="{E361027E-A33B-9448-E3B1-10B84F72C042}"/>
          </ac:spMkLst>
        </pc:spChg>
        <pc:spChg chg="mod">
          <ac:chgData name="Ree Brown" userId="6019b95bd8a428af" providerId="LiveId" clId="{D7E81A9A-C38B-4FB6-9F22-CDF0EA613CE7}" dt="2026-07-05T15:27:42.957" v="5701" actId="27636"/>
          <ac:spMkLst>
            <pc:docMk/>
            <pc:sldMk cId="1183801991" sldId="1519"/>
            <ac:spMk id="4" creationId="{800D62F0-2A14-A9A6-2648-A94BE1111F6A}"/>
          </ac:spMkLst>
        </pc:spChg>
      </pc:sldChg>
      <pc:sldChg chg="addSp delSp modSp add mod">
        <pc:chgData name="Ree Brown" userId="6019b95bd8a428af" providerId="LiveId" clId="{D7E81A9A-C38B-4FB6-9F22-CDF0EA613CE7}" dt="2026-07-05T16:26:56.044" v="8554" actId="255"/>
        <pc:sldMkLst>
          <pc:docMk/>
          <pc:sldMk cId="2928277954" sldId="1520"/>
        </pc:sldMkLst>
        <pc:spChg chg="del mod">
          <ac:chgData name="Ree Brown" userId="6019b95bd8a428af" providerId="LiveId" clId="{D7E81A9A-C38B-4FB6-9F22-CDF0EA613CE7}" dt="2026-07-04T20:47:56.994" v="1827"/>
          <ac:spMkLst>
            <pc:docMk/>
            <pc:sldMk cId="2928277954" sldId="1520"/>
            <ac:spMk id="3" creationId="{D726040E-1B6E-CF7B-5749-F6AE30AF02E1}"/>
          </ac:spMkLst>
        </pc:spChg>
        <pc:spChg chg="add mod">
          <ac:chgData name="Ree Brown" userId="6019b95bd8a428af" providerId="LiveId" clId="{D7E81A9A-C38B-4FB6-9F22-CDF0EA613CE7}" dt="2026-07-05T16:26:49.799" v="8553" actId="255"/>
          <ac:spMkLst>
            <pc:docMk/>
            <pc:sldMk cId="2928277954" sldId="1520"/>
            <ac:spMk id="4" creationId="{2A36F63E-014A-67E2-CF46-5E75EB686FBC}"/>
          </ac:spMkLst>
        </pc:spChg>
        <pc:spChg chg="add mod">
          <ac:chgData name="Ree Brown" userId="6019b95bd8a428af" providerId="LiveId" clId="{D7E81A9A-C38B-4FB6-9F22-CDF0EA613CE7}" dt="2026-07-05T16:26:56.044" v="8554" actId="255"/>
          <ac:spMkLst>
            <pc:docMk/>
            <pc:sldMk cId="2928277954" sldId="1520"/>
            <ac:spMk id="5" creationId="{5097ACF0-6157-A073-E2BA-36AD126E7317}"/>
          </ac:spMkLst>
        </pc:spChg>
        <pc:spChg chg="mod">
          <ac:chgData name="Ree Brown" userId="6019b95bd8a428af" providerId="LiveId" clId="{D7E81A9A-C38B-4FB6-9F22-CDF0EA613CE7}" dt="2026-07-05T15:03:02.830" v="5225" actId="2711"/>
          <ac:spMkLst>
            <pc:docMk/>
            <pc:sldMk cId="2928277954" sldId="1520"/>
            <ac:spMk id="6" creationId="{B30DD125-D8D6-8CC3-1297-CB857F9F00DB}"/>
          </ac:spMkLst>
        </pc:spChg>
        <pc:spChg chg="add mod">
          <ac:chgData name="Ree Brown" userId="6019b95bd8a428af" providerId="LiveId" clId="{D7E81A9A-C38B-4FB6-9F22-CDF0EA613CE7}" dt="2026-07-05T15:03:25.310" v="5229" actId="1076"/>
          <ac:spMkLst>
            <pc:docMk/>
            <pc:sldMk cId="2928277954" sldId="1520"/>
            <ac:spMk id="7" creationId="{0D741288-5A80-0CD4-0947-39A918529E3D}"/>
          </ac:spMkLst>
        </pc:spChg>
      </pc:sldChg>
      <pc:sldChg chg="addSp delSp modSp new mod">
        <pc:chgData name="Ree Brown" userId="6019b95bd8a428af" providerId="LiveId" clId="{D7E81A9A-C38B-4FB6-9F22-CDF0EA613CE7}" dt="2026-07-05T16:27:44.686" v="8569" actId="20577"/>
        <pc:sldMkLst>
          <pc:docMk/>
          <pc:sldMk cId="2583321602" sldId="1521"/>
        </pc:sldMkLst>
        <pc:spChg chg="mod">
          <ac:chgData name="Ree Brown" userId="6019b95bd8a428af" providerId="LiveId" clId="{D7E81A9A-C38B-4FB6-9F22-CDF0EA613CE7}" dt="2026-07-05T16:27:44.686" v="8569" actId="20577"/>
          <ac:spMkLst>
            <pc:docMk/>
            <pc:sldMk cId="2583321602" sldId="1521"/>
            <ac:spMk id="2" creationId="{A81239C6-89D3-190C-3164-6B875B814015}"/>
          </ac:spMkLst>
        </pc:spChg>
        <pc:spChg chg="del mod">
          <ac:chgData name="Ree Brown" userId="6019b95bd8a428af" providerId="LiveId" clId="{D7E81A9A-C38B-4FB6-9F22-CDF0EA613CE7}" dt="2026-07-04T21:18:03.500" v="2866" actId="478"/>
          <ac:spMkLst>
            <pc:docMk/>
            <pc:sldMk cId="2583321602" sldId="1521"/>
            <ac:spMk id="3" creationId="{FE14C815-9646-4E65-B8B6-DA50F3182F59}"/>
          </ac:spMkLst>
        </pc:spChg>
        <pc:spChg chg="add del mod">
          <ac:chgData name="Ree Brown" userId="6019b95bd8a428af" providerId="LiveId" clId="{D7E81A9A-C38B-4FB6-9F22-CDF0EA613CE7}" dt="2026-07-04T20:55:32.407" v="1963" actId="478"/>
          <ac:spMkLst>
            <pc:docMk/>
            <pc:sldMk cId="2583321602" sldId="1521"/>
            <ac:spMk id="4" creationId="{3CE645AB-00C7-532A-7A03-61A9C9EA6742}"/>
          </ac:spMkLst>
        </pc:spChg>
        <pc:spChg chg="add mod">
          <ac:chgData name="Ree Brown" userId="6019b95bd8a428af" providerId="LiveId" clId="{D7E81A9A-C38B-4FB6-9F22-CDF0EA613CE7}" dt="2026-07-05T15:02:20.164" v="5219" actId="2711"/>
          <ac:spMkLst>
            <pc:docMk/>
            <pc:sldMk cId="2583321602" sldId="1521"/>
            <ac:spMk id="5" creationId="{431B6057-9903-B98B-D6B4-6371002E5197}"/>
          </ac:spMkLst>
        </pc:spChg>
      </pc:sldChg>
      <pc:sldChg chg="new del">
        <pc:chgData name="Ree Brown" userId="6019b95bd8a428af" providerId="LiveId" clId="{D7E81A9A-C38B-4FB6-9F22-CDF0EA613CE7}" dt="2026-07-04T21:19:40.115" v="2888" actId="680"/>
        <pc:sldMkLst>
          <pc:docMk/>
          <pc:sldMk cId="938389402" sldId="1522"/>
        </pc:sldMkLst>
      </pc:sldChg>
      <pc:sldChg chg="modSp add mod">
        <pc:chgData name="Ree Brown" userId="6019b95bd8a428af" providerId="LiveId" clId="{D7E81A9A-C38B-4FB6-9F22-CDF0EA613CE7}" dt="2026-07-05T16:27:34.368" v="8558" actId="255"/>
        <pc:sldMkLst>
          <pc:docMk/>
          <pc:sldMk cId="2354538638" sldId="1522"/>
        </pc:sldMkLst>
        <pc:spChg chg="mod">
          <ac:chgData name="Ree Brown" userId="6019b95bd8a428af" providerId="LiveId" clId="{D7E81A9A-C38B-4FB6-9F22-CDF0EA613CE7}" dt="2026-07-05T15:04:16.447" v="5241" actId="404"/>
          <ac:spMkLst>
            <pc:docMk/>
            <pc:sldMk cId="2354538638" sldId="1522"/>
            <ac:spMk id="2" creationId="{002F02FA-4FF5-EA3D-EEC9-C83F0B78A155}"/>
          </ac:spMkLst>
        </pc:spChg>
        <pc:spChg chg="mod">
          <ac:chgData name="Ree Brown" userId="6019b95bd8a428af" providerId="LiveId" clId="{D7E81A9A-C38B-4FB6-9F22-CDF0EA613CE7}" dt="2026-07-05T16:27:34.368" v="8558" actId="255"/>
          <ac:spMkLst>
            <pc:docMk/>
            <pc:sldMk cId="2354538638" sldId="1522"/>
            <ac:spMk id="5" creationId="{783FBEF0-240B-8B5F-8133-C5C23A0511D4}"/>
          </ac:spMkLst>
        </pc:spChg>
      </pc:sldChg>
      <pc:sldChg chg="addSp delSp modSp new mod setBg">
        <pc:chgData name="Ree Brown" userId="6019b95bd8a428af" providerId="LiveId" clId="{D7E81A9A-C38B-4FB6-9F22-CDF0EA613CE7}" dt="2026-07-05T15:05:52.680" v="5255" actId="11529"/>
        <pc:sldMkLst>
          <pc:docMk/>
          <pc:sldMk cId="1296374266" sldId="1523"/>
        </pc:sldMkLst>
        <pc:spChg chg="mod">
          <ac:chgData name="Ree Brown" userId="6019b95bd8a428af" providerId="LiveId" clId="{D7E81A9A-C38B-4FB6-9F22-CDF0EA613CE7}" dt="2026-07-05T15:05:22.798" v="5254" actId="2711"/>
          <ac:spMkLst>
            <pc:docMk/>
            <pc:sldMk cId="1296374266" sldId="1523"/>
            <ac:spMk id="2" creationId="{D63DBD1E-B7F1-AF07-D4C1-2B880475281F}"/>
          </ac:spMkLst>
        </pc:spChg>
        <pc:spChg chg="mod">
          <ac:chgData name="Ree Brown" userId="6019b95bd8a428af" providerId="LiveId" clId="{D7E81A9A-C38B-4FB6-9F22-CDF0EA613CE7}" dt="2026-07-05T15:05:15.965" v="5253" actId="14100"/>
          <ac:spMkLst>
            <pc:docMk/>
            <pc:sldMk cId="1296374266" sldId="1523"/>
            <ac:spMk id="3" creationId="{5E41727C-2E1B-5EF7-4B89-EDD76F1A7149}"/>
          </ac:spMkLst>
        </pc:spChg>
        <pc:spChg chg="del">
          <ac:chgData name="Ree Brown" userId="6019b95bd8a428af" providerId="LiveId" clId="{D7E81A9A-C38B-4FB6-9F22-CDF0EA613CE7}" dt="2026-07-04T21:49:38.099" v="3883" actId="478"/>
          <ac:spMkLst>
            <pc:docMk/>
            <pc:sldMk cId="1296374266" sldId="1523"/>
            <ac:spMk id="4" creationId="{56707368-26F6-939E-A215-85544EE517FB}"/>
          </ac:spMkLst>
        </pc:spChg>
        <pc:spChg chg="add">
          <ac:chgData name="Ree Brown" userId="6019b95bd8a428af" providerId="LiveId" clId="{D7E81A9A-C38B-4FB6-9F22-CDF0EA613CE7}" dt="2026-07-05T14:38:20.093" v="3892" actId="26606"/>
          <ac:spMkLst>
            <pc:docMk/>
            <pc:sldMk cId="1296374266" sldId="1523"/>
            <ac:spMk id="15" creationId="{989BE678-777B-482A-A616-FEDC47B162E5}"/>
          </ac:spMkLst>
        </pc:spChg>
        <pc:spChg chg="add">
          <ac:chgData name="Ree Brown" userId="6019b95bd8a428af" providerId="LiveId" clId="{D7E81A9A-C38B-4FB6-9F22-CDF0EA613CE7}" dt="2026-07-05T14:38:20.093" v="3892" actId="26606"/>
          <ac:spMkLst>
            <pc:docMk/>
            <pc:sldMk cId="1296374266" sldId="1523"/>
            <ac:spMk id="21" creationId="{D28BE0C3-2102-4820-B88B-A448B1840D14}"/>
          </ac:spMkLst>
        </pc:spChg>
        <pc:spChg chg="add">
          <ac:chgData name="Ree Brown" userId="6019b95bd8a428af" providerId="LiveId" clId="{D7E81A9A-C38B-4FB6-9F22-CDF0EA613CE7}" dt="2026-07-05T14:38:20.093" v="3892" actId="26606"/>
          <ac:spMkLst>
            <pc:docMk/>
            <pc:sldMk cId="1296374266" sldId="1523"/>
            <ac:spMk id="23" creationId="{C8A3C342-1D03-412F-8DD3-BF519E8E0AE9}"/>
          </ac:spMkLst>
        </pc:spChg>
        <pc:spChg chg="add">
          <ac:chgData name="Ree Brown" userId="6019b95bd8a428af" providerId="LiveId" clId="{D7E81A9A-C38B-4FB6-9F22-CDF0EA613CE7}" dt="2026-07-05T14:38:20.093" v="3892" actId="26606"/>
          <ac:spMkLst>
            <pc:docMk/>
            <pc:sldMk cId="1296374266" sldId="1523"/>
            <ac:spMk id="25" creationId="{81CC9B02-E087-4350-AEBD-2C3CF001AF01}"/>
          </ac:spMkLst>
        </pc:spChg>
        <pc:picChg chg="add mod">
          <ac:chgData name="Ree Brown" userId="6019b95bd8a428af" providerId="LiveId" clId="{D7E81A9A-C38B-4FB6-9F22-CDF0EA613CE7}" dt="2026-07-05T14:38:20.093" v="3892" actId="26606"/>
          <ac:picMkLst>
            <pc:docMk/>
            <pc:sldMk cId="1296374266" sldId="1523"/>
            <ac:picMk id="6" creationId="{D24EBC4B-1CD7-37D3-3B5B-4A52DBA0EEC1}"/>
          </ac:picMkLst>
        </pc:picChg>
        <pc:picChg chg="add">
          <ac:chgData name="Ree Brown" userId="6019b95bd8a428af" providerId="LiveId" clId="{D7E81A9A-C38B-4FB6-9F22-CDF0EA613CE7}" dt="2026-07-05T14:38:20.093" v="3892" actId="26606"/>
          <ac:picMkLst>
            <pc:docMk/>
            <pc:sldMk cId="1296374266" sldId="1523"/>
            <ac:picMk id="11" creationId="{DF19BAF3-7E20-4B9D-B544-BABAEEA1FA75}"/>
          </ac:picMkLst>
        </pc:picChg>
        <pc:picChg chg="add">
          <ac:chgData name="Ree Brown" userId="6019b95bd8a428af" providerId="LiveId" clId="{D7E81A9A-C38B-4FB6-9F22-CDF0EA613CE7}" dt="2026-07-05T14:38:20.093" v="3892" actId="26606"/>
          <ac:picMkLst>
            <pc:docMk/>
            <pc:sldMk cId="1296374266" sldId="1523"/>
            <ac:picMk id="13" creationId="{950648F4-ABCD-4DF0-8641-76CFB2354721}"/>
          </ac:picMkLst>
        </pc:picChg>
        <pc:picChg chg="add">
          <ac:chgData name="Ree Brown" userId="6019b95bd8a428af" providerId="LiveId" clId="{D7E81A9A-C38B-4FB6-9F22-CDF0EA613CE7}" dt="2026-07-05T14:38:20.093" v="3892" actId="26606"/>
          <ac:picMkLst>
            <pc:docMk/>
            <pc:sldMk cId="1296374266" sldId="1523"/>
            <ac:picMk id="17" creationId="{CF1EB4BD-9C7E-4AA3-9681-C7EB0DA6250B}"/>
          </ac:picMkLst>
        </pc:picChg>
        <pc:cxnChg chg="add">
          <ac:chgData name="Ree Brown" userId="6019b95bd8a428af" providerId="LiveId" clId="{D7E81A9A-C38B-4FB6-9F22-CDF0EA613CE7}" dt="2026-07-05T15:05:52.680" v="5255" actId="11529"/>
          <ac:cxnSpMkLst>
            <pc:docMk/>
            <pc:sldMk cId="1296374266" sldId="1523"/>
            <ac:cxnSpMk id="8" creationId="{7E9C1408-48C5-8E57-C06B-CFFD827C7962}"/>
          </ac:cxnSpMkLst>
        </pc:cxnChg>
      </pc:sldChg>
      <pc:sldChg chg="addSp delSp modSp new del mod ord modClrScheme chgLayout">
        <pc:chgData name="Ree Brown" userId="6019b95bd8a428af" providerId="LiveId" clId="{D7E81A9A-C38B-4FB6-9F22-CDF0EA613CE7}" dt="2026-07-04T21:42:31.246" v="3529" actId="47"/>
        <pc:sldMkLst>
          <pc:docMk/>
          <pc:sldMk cId="1786948776" sldId="1523"/>
        </pc:sldMkLst>
        <pc:spChg chg="del mod ord">
          <ac:chgData name="Ree Brown" userId="6019b95bd8a428af" providerId="LiveId" clId="{D7E81A9A-C38B-4FB6-9F22-CDF0EA613CE7}" dt="2026-07-04T21:39:48.606" v="3443" actId="700"/>
          <ac:spMkLst>
            <pc:docMk/>
            <pc:sldMk cId="1786948776" sldId="1523"/>
            <ac:spMk id="2" creationId="{3E25D235-69BA-D2D3-136D-63AD8D19F79E}"/>
          </ac:spMkLst>
        </pc:spChg>
        <pc:spChg chg="del mod ord">
          <ac:chgData name="Ree Brown" userId="6019b95bd8a428af" providerId="LiveId" clId="{D7E81A9A-C38B-4FB6-9F22-CDF0EA613CE7}" dt="2026-07-04T21:39:48.606" v="3443" actId="700"/>
          <ac:spMkLst>
            <pc:docMk/>
            <pc:sldMk cId="1786948776" sldId="1523"/>
            <ac:spMk id="3" creationId="{B7627662-C5A2-9F63-BFB7-F43FE2FFBF44}"/>
          </ac:spMkLst>
        </pc:spChg>
        <pc:spChg chg="del">
          <ac:chgData name="Ree Brown" userId="6019b95bd8a428af" providerId="LiveId" clId="{D7E81A9A-C38B-4FB6-9F22-CDF0EA613CE7}" dt="2026-07-04T21:39:48.606" v="3443" actId="700"/>
          <ac:spMkLst>
            <pc:docMk/>
            <pc:sldMk cId="1786948776" sldId="1523"/>
            <ac:spMk id="4" creationId="{FA038663-6B6E-C90B-AF6C-24B532E6B184}"/>
          </ac:spMkLst>
        </pc:spChg>
        <pc:spChg chg="add del mod">
          <ac:chgData name="Ree Brown" userId="6019b95bd8a428af" providerId="LiveId" clId="{D7E81A9A-C38B-4FB6-9F22-CDF0EA613CE7}" dt="2026-07-04T21:40:05.041" v="3469"/>
          <ac:spMkLst>
            <pc:docMk/>
            <pc:sldMk cId="1786948776" sldId="1523"/>
            <ac:spMk id="6" creationId="{B07068B6-4F46-6A5C-B78B-0C7C6E819F2B}"/>
          </ac:spMkLst>
        </pc:spChg>
        <pc:spChg chg="add mod ord">
          <ac:chgData name="Ree Brown" userId="6019b95bd8a428af" providerId="LiveId" clId="{D7E81A9A-C38B-4FB6-9F22-CDF0EA613CE7}" dt="2026-07-04T21:40:04.310" v="3467" actId="20577"/>
          <ac:spMkLst>
            <pc:docMk/>
            <pc:sldMk cId="1786948776" sldId="1523"/>
            <ac:spMk id="7" creationId="{23F715A7-BE4E-A864-43E6-65693C7B1C7E}"/>
          </ac:spMkLst>
        </pc:spChg>
        <pc:spChg chg="add mod ord">
          <ac:chgData name="Ree Brown" userId="6019b95bd8a428af" providerId="LiveId" clId="{D7E81A9A-C38B-4FB6-9F22-CDF0EA613CE7}" dt="2026-07-04T21:40:10.410" v="3470" actId="21"/>
          <ac:spMkLst>
            <pc:docMk/>
            <pc:sldMk cId="1786948776" sldId="1523"/>
            <ac:spMk id="8" creationId="{D05021B1-ED87-0CCD-3868-31764681B3CF}"/>
          </ac:spMkLst>
        </pc:spChg>
      </pc:sldChg>
      <pc:sldChg chg="addSp delSp modSp new mod ord">
        <pc:chgData name="Ree Brown" userId="6019b95bd8a428af" providerId="LiveId" clId="{D7E81A9A-C38B-4FB6-9F22-CDF0EA613CE7}" dt="2026-07-05T17:27:37.515" v="9037" actId="20577"/>
        <pc:sldMkLst>
          <pc:docMk/>
          <pc:sldMk cId="3276058531" sldId="1524"/>
        </pc:sldMkLst>
        <pc:spChg chg="mod">
          <ac:chgData name="Ree Brown" userId="6019b95bd8a428af" providerId="LiveId" clId="{D7E81A9A-C38B-4FB6-9F22-CDF0EA613CE7}" dt="2026-07-05T15:30:23.584" v="5759" actId="20577"/>
          <ac:spMkLst>
            <pc:docMk/>
            <pc:sldMk cId="3276058531" sldId="1524"/>
            <ac:spMk id="2" creationId="{F1052758-8E91-A63A-19BF-5F4F47199D0B}"/>
          </ac:spMkLst>
        </pc:spChg>
        <pc:spChg chg="mod">
          <ac:chgData name="Ree Brown" userId="6019b95bd8a428af" providerId="LiveId" clId="{D7E81A9A-C38B-4FB6-9F22-CDF0EA613CE7}" dt="2026-07-05T17:27:37.515" v="9037" actId="20577"/>
          <ac:spMkLst>
            <pc:docMk/>
            <pc:sldMk cId="3276058531" sldId="1524"/>
            <ac:spMk id="3" creationId="{6FECB541-4D71-F004-E96F-2735D64FAC45}"/>
          </ac:spMkLst>
        </pc:spChg>
        <pc:spChg chg="add del mod">
          <ac:chgData name="Ree Brown" userId="6019b95bd8a428af" providerId="LiveId" clId="{D7E81A9A-C38B-4FB6-9F22-CDF0EA613CE7}" dt="2026-07-05T16:12:38.352" v="7910" actId="478"/>
          <ac:spMkLst>
            <pc:docMk/>
            <pc:sldMk cId="3276058531" sldId="1524"/>
            <ac:spMk id="4" creationId="{BA16B261-5ED2-F18C-E473-565C7DF03DC3}"/>
          </ac:spMkLst>
        </pc:spChg>
        <pc:spChg chg="add mod">
          <ac:chgData name="Ree Brown" userId="6019b95bd8a428af" providerId="LiveId" clId="{D7E81A9A-C38B-4FB6-9F22-CDF0EA613CE7}" dt="2026-07-05T16:12:30.679" v="7907" actId="1076"/>
          <ac:spMkLst>
            <pc:docMk/>
            <pc:sldMk cId="3276058531" sldId="1524"/>
            <ac:spMk id="5" creationId="{06E3DEAF-3771-A824-B77A-A17861FC3276}"/>
          </ac:spMkLst>
        </pc:spChg>
      </pc:sldChg>
      <pc:sldMasterChg chg="addSldLayout delSldLayout">
        <pc:chgData name="Ree Brown" userId="6019b95bd8a428af" providerId="LiveId" clId="{D7E81A9A-C38B-4FB6-9F22-CDF0EA613CE7}" dt="2026-07-05T14:38:58.048" v="3893" actId="2696"/>
        <pc:sldMasterMkLst>
          <pc:docMk/>
          <pc:sldMasterMk cId="87409089" sldId="2147483819"/>
        </pc:sldMasterMkLst>
        <pc:sldLayoutChg chg="del">
          <pc:chgData name="Ree Brown" userId="6019b95bd8a428af" providerId="LiveId" clId="{D7E81A9A-C38B-4FB6-9F22-CDF0EA613CE7}" dt="2026-07-04T20:47:21.296" v="1819" actId="47"/>
          <pc:sldLayoutMkLst>
            <pc:docMk/>
            <pc:sldMasterMk cId="87409089" sldId="2147483819"/>
            <pc:sldLayoutMk cId="3173120914" sldId="2147483840"/>
          </pc:sldLayoutMkLst>
        </pc:sldLayoutChg>
        <pc:sldLayoutChg chg="add del">
          <pc:chgData name="Ree Brown" userId="6019b95bd8a428af" providerId="LiveId" clId="{D7E81A9A-C38B-4FB6-9F22-CDF0EA613CE7}" dt="2026-07-04T20:47:34.709" v="1821" actId="2696"/>
          <pc:sldLayoutMkLst>
            <pc:docMk/>
            <pc:sldMasterMk cId="87409089" sldId="2147483819"/>
            <pc:sldLayoutMk cId="3752422834" sldId="2147483842"/>
          </pc:sldLayoutMkLst>
        </pc:sldLayoutChg>
        <pc:sldLayoutChg chg="del">
          <pc:chgData name="Ree Brown" userId="6019b95bd8a428af" providerId="LiveId" clId="{D7E81A9A-C38B-4FB6-9F22-CDF0EA613CE7}" dt="2026-07-04T20:54:23.488" v="1950" actId="2696"/>
          <pc:sldLayoutMkLst>
            <pc:docMk/>
            <pc:sldMasterMk cId="87409089" sldId="2147483819"/>
            <pc:sldLayoutMk cId="2233178094" sldId="2147483843"/>
          </pc:sldLayoutMkLst>
        </pc:sldLayoutChg>
        <pc:sldLayoutChg chg="del">
          <pc:chgData name="Ree Brown" userId="6019b95bd8a428af" providerId="LiveId" clId="{D7E81A9A-C38B-4FB6-9F22-CDF0EA613CE7}" dt="2026-07-05T14:38:58.048" v="3893" actId="2696"/>
          <pc:sldLayoutMkLst>
            <pc:docMk/>
            <pc:sldMasterMk cId="87409089" sldId="2147483819"/>
            <pc:sldLayoutMk cId="712854467" sldId="214748384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7/5/2026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7/5/2026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0A5BC3-F280-874C-BA55-1A6C5B1523D3}" type="datetime1">
              <a:rPr lang="en-US" smtClean="0"/>
              <a:pPr/>
              <a:t>7/5/2026</a:t>
            </a:fld>
            <a:endParaRPr lang="en-US" dirty="0"/>
          </a:p>
        </p:txBody>
      </p:sp>
      <p:sp>
        <p:nvSpPr>
          <p:cNvPr id="5" name="Footer Placeholder 4"/>
          <p:cNvSpPr>
            <a:spLocks noGrp="1"/>
          </p:cNvSpPr>
          <p:nvPr>
            <p:ph type="ftr" sz="quarter" idx="11"/>
          </p:nvPr>
        </p:nvSpPr>
        <p:spPr/>
        <p:txBody>
          <a:bodyPr/>
          <a:lstStyle/>
          <a:p>
            <a:r>
              <a:rPr lang="en-US"/>
              <a:t>Growth marketing plan</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4509020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6A0A5BC3-F280-874C-BA55-1A6C5B1523D3}" type="datetime1">
              <a:rPr lang="en-US" smtClean="0"/>
              <a:pPr/>
              <a:t>7/5/2026</a:t>
            </a:fld>
            <a:endParaRPr lang="en-US" dirty="0"/>
          </a:p>
        </p:txBody>
      </p:sp>
      <p:sp>
        <p:nvSpPr>
          <p:cNvPr id="5" name="Footer Placeholder 4"/>
          <p:cNvSpPr>
            <a:spLocks noGrp="1"/>
          </p:cNvSpPr>
          <p:nvPr>
            <p:ph type="ftr" sz="quarter" idx="11"/>
          </p:nvPr>
        </p:nvSpPr>
        <p:spPr/>
        <p:txBody>
          <a:bodyPr/>
          <a:lstStyle/>
          <a:p>
            <a:r>
              <a:rPr lang="en-US"/>
              <a:t>Growth marketing plan</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87194498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0A5BC3-F280-874C-BA55-1A6C5B1523D3}" type="datetime1">
              <a:rPr lang="en-US" smtClean="0"/>
              <a:pPr/>
              <a:t>7/5/2026</a:t>
            </a:fld>
            <a:endParaRPr lang="en-US" dirty="0"/>
          </a:p>
        </p:txBody>
      </p:sp>
      <p:sp>
        <p:nvSpPr>
          <p:cNvPr id="5" name="Footer Placeholder 4"/>
          <p:cNvSpPr>
            <a:spLocks noGrp="1"/>
          </p:cNvSpPr>
          <p:nvPr>
            <p:ph type="ftr" sz="quarter" idx="11"/>
          </p:nvPr>
        </p:nvSpPr>
        <p:spPr/>
        <p:txBody>
          <a:bodyPr/>
          <a:lstStyle/>
          <a:p>
            <a:r>
              <a:rPr lang="en-US"/>
              <a:t>Growth marketing plan</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66775701"/>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A0A5BC3-F280-874C-BA55-1A6C5B1523D3}" type="datetime1">
              <a:rPr lang="en-US" smtClean="0"/>
              <a:pPr/>
              <a:t>7/5/2026</a:t>
            </a:fld>
            <a:endParaRPr lang="en-US" dirty="0"/>
          </a:p>
        </p:txBody>
      </p:sp>
      <p:sp>
        <p:nvSpPr>
          <p:cNvPr id="6" name="Footer Placeholder 5"/>
          <p:cNvSpPr>
            <a:spLocks noGrp="1"/>
          </p:cNvSpPr>
          <p:nvPr>
            <p:ph type="ftr" sz="quarter" idx="11"/>
          </p:nvPr>
        </p:nvSpPr>
        <p:spPr/>
        <p:txBody>
          <a:bodyPr/>
          <a:lstStyle/>
          <a:p>
            <a:r>
              <a:rPr lang="en-US"/>
              <a:t>Growth marketing plan</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86404064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A0A5BC3-F280-874C-BA55-1A6C5B1523D3}" type="datetime1">
              <a:rPr lang="en-US" smtClean="0"/>
              <a:pPr/>
              <a:t>7/5/2026</a:t>
            </a:fld>
            <a:endParaRPr lang="en-US" dirty="0"/>
          </a:p>
        </p:txBody>
      </p:sp>
      <p:sp>
        <p:nvSpPr>
          <p:cNvPr id="8" name="Footer Placeholder 7"/>
          <p:cNvSpPr>
            <a:spLocks noGrp="1"/>
          </p:cNvSpPr>
          <p:nvPr>
            <p:ph type="ftr" sz="quarter" idx="11"/>
          </p:nvPr>
        </p:nvSpPr>
        <p:spPr/>
        <p:txBody>
          <a:bodyPr/>
          <a:lstStyle/>
          <a:p>
            <a:r>
              <a:rPr lang="en-US"/>
              <a:t>Growth marketing plan</a:t>
            </a:r>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716554420"/>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EE4692AA-1C89-D34D-9E81-E1A863B5BE18}" type="datetime1">
              <a:rPr lang="en-US" smtClean="0"/>
              <a:t>7/5/2026</a:t>
            </a:fld>
            <a:endParaRPr lang="en-US" dirty="0"/>
          </a:p>
        </p:txBody>
      </p:sp>
      <p:sp>
        <p:nvSpPr>
          <p:cNvPr id="5" name="Footer Placeholder 3"/>
          <p:cNvSpPr>
            <a:spLocks noGrp="1"/>
          </p:cNvSpPr>
          <p:nvPr>
            <p:ph type="ftr" sz="quarter" idx="11"/>
          </p:nvPr>
        </p:nvSpPr>
        <p:spPr/>
        <p:txBody>
          <a:bodyPr/>
          <a:lstStyle/>
          <a:p>
            <a:r>
              <a:rPr lang="en-US"/>
              <a:t>Growth marketing plan</a:t>
            </a:r>
            <a:endParaRPr lang="en-US" dirty="0"/>
          </a:p>
        </p:txBody>
      </p:sp>
      <p:sp>
        <p:nvSpPr>
          <p:cNvPr id="6" name="Slide Number Placeholder 4"/>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065901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D42A457-1E7D-C84D-ACA4-D60564856941}" type="datetime1">
              <a:rPr lang="en-US" smtClean="0"/>
              <a:t>7/5/2026</a:t>
            </a:fld>
            <a:endParaRPr lang="en-US" dirty="0"/>
          </a:p>
        </p:txBody>
      </p:sp>
      <p:sp>
        <p:nvSpPr>
          <p:cNvPr id="5" name="Footer Placeholder 2"/>
          <p:cNvSpPr>
            <a:spLocks noGrp="1"/>
          </p:cNvSpPr>
          <p:nvPr>
            <p:ph type="ftr" sz="quarter" idx="11"/>
          </p:nvPr>
        </p:nvSpPr>
        <p:spPr/>
        <p:txBody>
          <a:bodyPr/>
          <a:lstStyle/>
          <a:p>
            <a:r>
              <a:rPr lang="en-US"/>
              <a:t>Growth marketing plan</a:t>
            </a:r>
            <a:endParaRPr lang="en-US" dirty="0"/>
          </a:p>
        </p:txBody>
      </p:sp>
      <p:sp>
        <p:nvSpPr>
          <p:cNvPr id="6" name="Slide Number Placeholder 3"/>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874023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CC971255-8A2A-504E-AE57-51186F2E75A8}" type="datetime1">
              <a:rPr lang="en-US" smtClean="0"/>
              <a:t>7/5/2026</a:t>
            </a:fld>
            <a:endParaRPr lang="en-US" dirty="0"/>
          </a:p>
        </p:txBody>
      </p:sp>
      <p:sp>
        <p:nvSpPr>
          <p:cNvPr id="5" name="Footer Placeholder 5"/>
          <p:cNvSpPr>
            <a:spLocks noGrp="1"/>
          </p:cNvSpPr>
          <p:nvPr>
            <p:ph type="ftr" sz="quarter" idx="11"/>
          </p:nvPr>
        </p:nvSpPr>
        <p:spPr/>
        <p:txBody>
          <a:bodyPr/>
          <a:lstStyle/>
          <a:p>
            <a:r>
              <a:rPr lang="en-US"/>
              <a:t>Growth marketing plan</a:t>
            </a:r>
            <a:endParaRPr lang="en-US" dirty="0"/>
          </a:p>
        </p:txBody>
      </p:sp>
      <p:sp>
        <p:nvSpPr>
          <p:cNvPr id="6" name="Slide Number Placeholder 6"/>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386017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590A0A-7008-8A4A-B23F-5951DF641DB9}" type="datetime1">
              <a:rPr lang="en-US" smtClean="0"/>
              <a:t>7/5/2026</a:t>
            </a:fld>
            <a:endParaRPr lang="en-US" dirty="0"/>
          </a:p>
        </p:txBody>
      </p:sp>
      <p:sp>
        <p:nvSpPr>
          <p:cNvPr id="6" name="Footer Placeholder 5"/>
          <p:cNvSpPr>
            <a:spLocks noGrp="1"/>
          </p:cNvSpPr>
          <p:nvPr>
            <p:ph type="ftr" sz="quarter" idx="11"/>
          </p:nvPr>
        </p:nvSpPr>
        <p:spPr/>
        <p:txBody>
          <a:bodyPr/>
          <a:lstStyle/>
          <a:p>
            <a:r>
              <a:rPr lang="en-US"/>
              <a:t>Growth marketing plan</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67566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A0A5BC3-F280-874C-BA55-1A6C5B1523D3}" type="datetime1">
              <a:rPr lang="en-US" smtClean="0"/>
              <a:pPr/>
              <a:t>7/5/2026</a:t>
            </a:fld>
            <a:endParaRPr lang="en-US" dirty="0"/>
          </a:p>
        </p:txBody>
      </p:sp>
      <p:sp>
        <p:nvSpPr>
          <p:cNvPr id="6" name="Footer Placeholder 5"/>
          <p:cNvSpPr>
            <a:spLocks noGrp="1"/>
          </p:cNvSpPr>
          <p:nvPr>
            <p:ph type="ftr" sz="quarter" idx="11"/>
          </p:nvPr>
        </p:nvSpPr>
        <p:spPr/>
        <p:txBody>
          <a:bodyPr/>
          <a:lstStyle/>
          <a:p>
            <a:r>
              <a:rPr lang="en-US"/>
              <a:t>Growth marketing plan</a:t>
            </a:r>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1824239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A0A5BC3-F280-874C-BA55-1A6C5B1523D3}" type="datetime1">
              <a:rPr lang="en-US" smtClean="0"/>
              <a:pPr/>
              <a:t>7/5/2026</a:t>
            </a:fld>
            <a:endParaRPr lang="en-US" dirty="0"/>
          </a:p>
        </p:txBody>
      </p:sp>
      <p:sp>
        <p:nvSpPr>
          <p:cNvPr id="5" name="Footer Placeholder 4"/>
          <p:cNvSpPr>
            <a:spLocks noGrp="1"/>
          </p:cNvSpPr>
          <p:nvPr>
            <p:ph type="ftr" sz="quarter" idx="11"/>
          </p:nvPr>
        </p:nvSpPr>
        <p:spPr/>
        <p:txBody>
          <a:bodyPr/>
          <a:lstStyle/>
          <a:p>
            <a:r>
              <a:rPr lang="en-US"/>
              <a:t>Growth marketing plan</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91131746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A0A5BC3-F280-874C-BA55-1A6C5B1523D3}" type="datetime1">
              <a:rPr lang="en-US" smtClean="0"/>
              <a:pPr/>
              <a:t>7/5/2026</a:t>
            </a:fld>
            <a:endParaRPr lang="en-US" dirty="0"/>
          </a:p>
        </p:txBody>
      </p:sp>
      <p:sp>
        <p:nvSpPr>
          <p:cNvPr id="5" name="Footer Placeholder 4"/>
          <p:cNvSpPr>
            <a:spLocks noGrp="1"/>
          </p:cNvSpPr>
          <p:nvPr>
            <p:ph type="ftr" sz="quarter" idx="11"/>
          </p:nvPr>
        </p:nvSpPr>
        <p:spPr/>
        <p:txBody>
          <a:bodyPr/>
          <a:lstStyle/>
          <a:p>
            <a:r>
              <a:rPr lang="en-US"/>
              <a:t>Growth marketing plan</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17713613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A0A5BC3-F280-874C-BA55-1A6C5B1523D3}" type="datetime1">
              <a:rPr lang="en-US" smtClean="0"/>
              <a:pPr/>
              <a:t>7/5/2026</a:t>
            </a:fld>
            <a:endParaRPr lang="en-US" dirty="0"/>
          </a:p>
        </p:txBody>
      </p:sp>
      <p:sp>
        <p:nvSpPr>
          <p:cNvPr id="5" name="Footer Placeholder 4"/>
          <p:cNvSpPr>
            <a:spLocks noGrp="1"/>
          </p:cNvSpPr>
          <p:nvPr>
            <p:ph type="ftr" sz="quarter" idx="11"/>
          </p:nvPr>
        </p:nvSpPr>
        <p:spPr/>
        <p:txBody>
          <a:bodyPr/>
          <a:lstStyle/>
          <a:p>
            <a:r>
              <a:rPr lang="en-US"/>
              <a:t>Growth marketing plan</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0682884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A0A5BC3-F280-874C-BA55-1A6C5B1523D3}" type="datetime1">
              <a:rPr lang="en-US" smtClean="0"/>
              <a:pPr/>
              <a:t>7/5/2026</a:t>
            </a:fld>
            <a:endParaRPr lang="en-US" dirty="0"/>
          </a:p>
        </p:txBody>
      </p:sp>
      <p:sp>
        <p:nvSpPr>
          <p:cNvPr id="4" name="Footer Placeholder 4"/>
          <p:cNvSpPr>
            <a:spLocks noGrp="1"/>
          </p:cNvSpPr>
          <p:nvPr>
            <p:ph type="ftr" sz="quarter" idx="11"/>
          </p:nvPr>
        </p:nvSpPr>
        <p:spPr/>
        <p:txBody>
          <a:bodyPr/>
          <a:lstStyle/>
          <a:p>
            <a:r>
              <a:rPr lang="en-US"/>
              <a:t>Growth marketing plan</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52542025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A0A5BC3-F280-874C-BA55-1A6C5B1523D3}" type="datetime1">
              <a:rPr lang="en-US" smtClean="0"/>
              <a:pPr/>
              <a:t>7/5/2026</a:t>
            </a:fld>
            <a:endParaRPr lang="en-US" dirty="0"/>
          </a:p>
        </p:txBody>
      </p:sp>
      <p:sp>
        <p:nvSpPr>
          <p:cNvPr id="4" name="Footer Placeholder 4"/>
          <p:cNvSpPr>
            <a:spLocks noGrp="1"/>
          </p:cNvSpPr>
          <p:nvPr>
            <p:ph type="ftr" sz="quarter" idx="11"/>
          </p:nvPr>
        </p:nvSpPr>
        <p:spPr/>
        <p:txBody>
          <a:bodyPr/>
          <a:lstStyle/>
          <a:p>
            <a:r>
              <a:rPr lang="en-US"/>
              <a:t>Growth marketing plan</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17800673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0A5BC3-F280-874C-BA55-1A6C5B1523D3}" type="datetime1">
              <a:rPr lang="en-US" smtClean="0"/>
              <a:pPr/>
              <a:t>7/5/2026</a:t>
            </a:fld>
            <a:endParaRPr lang="en-US" dirty="0"/>
          </a:p>
        </p:txBody>
      </p:sp>
      <p:sp>
        <p:nvSpPr>
          <p:cNvPr id="5" name="Footer Placeholder 4"/>
          <p:cNvSpPr>
            <a:spLocks noGrp="1"/>
          </p:cNvSpPr>
          <p:nvPr>
            <p:ph type="ftr" sz="quarter" idx="11"/>
          </p:nvPr>
        </p:nvSpPr>
        <p:spPr/>
        <p:txBody>
          <a:bodyPr/>
          <a:lstStyle/>
          <a:p>
            <a:r>
              <a:rPr lang="en-US"/>
              <a:t>Growth marketing plan</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54437140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A0A5BC3-F280-874C-BA55-1A6C5B1523D3}" type="datetime1">
              <a:rPr lang="en-US" smtClean="0"/>
              <a:pPr/>
              <a:t>7/5/2026</a:t>
            </a:fld>
            <a:endParaRPr lang="en-US" dirty="0"/>
          </a:p>
        </p:txBody>
      </p:sp>
      <p:sp>
        <p:nvSpPr>
          <p:cNvPr id="5" name="Footer Placeholder 4"/>
          <p:cNvSpPr>
            <a:spLocks noGrp="1"/>
          </p:cNvSpPr>
          <p:nvPr>
            <p:ph type="ftr" sz="quarter" idx="11"/>
          </p:nvPr>
        </p:nvSpPr>
        <p:spPr/>
        <p:txBody>
          <a:bodyPr/>
          <a:lstStyle/>
          <a:p>
            <a:r>
              <a:rPr lang="en-US"/>
              <a:t>Growth marketing plan</a:t>
            </a:r>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389370949"/>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Agenda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57343" y="1001716"/>
            <a:ext cx="4305184" cy="755658"/>
          </a:xfrm>
        </p:spPr>
        <p:txBody>
          <a:bodyPr anchor="t">
            <a:normAutofit/>
          </a:bodyPr>
          <a:lstStyle>
            <a:lvl1pPr>
              <a:defRPr sz="36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57343" y="2138373"/>
            <a:ext cx="4331151" cy="4084627"/>
          </a:xfrm>
        </p:spPr>
        <p:txBody>
          <a:bodyPr>
            <a:normAutofit/>
          </a:bodyPr>
          <a:lstStyle>
            <a:lvl1pPr marL="457200" indent="-457200">
              <a:lnSpc>
                <a:spcPct val="90000"/>
              </a:lnSpc>
              <a:buFont typeface="+mj-lt"/>
              <a:buAutoNum type="arabicPeriod"/>
              <a:defRPr sz="1800"/>
            </a:lvl1pPr>
            <a:lvl2pPr marL="571500" indent="-342900">
              <a:lnSpc>
                <a:spcPct val="90000"/>
              </a:lnSpc>
              <a:buFont typeface="+mj-lt"/>
              <a:buAutoNum type="arabicPeriod"/>
              <a:defRPr sz="1800"/>
            </a:lvl2pPr>
            <a:lvl3pPr marL="800100" indent="-342900">
              <a:lnSpc>
                <a:spcPct val="90000"/>
              </a:lnSpc>
              <a:buFont typeface="+mj-lt"/>
              <a:buAutoNum type="arabicPeriod"/>
              <a:defRPr sz="1800"/>
            </a:lvl3pPr>
            <a:lvl4pPr marL="1028700" indent="-342900">
              <a:lnSpc>
                <a:spcPct val="90000"/>
              </a:lnSpc>
              <a:buFont typeface="+mj-lt"/>
              <a:buAutoNum type="arabicPeriod"/>
              <a:defRPr sz="1800"/>
            </a:lvl4pPr>
            <a:lvl5pPr>
              <a:lnSpc>
                <a:spcPct val="90000"/>
              </a:lnSpc>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1" name="Rectangle 100">
            <a:extLst>
              <a:ext uri="{FF2B5EF4-FFF2-40B4-BE49-F238E27FC236}">
                <a16:creationId xmlns:a16="http://schemas.microsoft.com/office/drawing/2014/main" id="{E65F00CF-7379-A045-910C-C8066878311E}"/>
              </a:ext>
            </a:extLst>
          </p:cNvPr>
          <p:cNvSpPr/>
          <p:nvPr userDrawn="1"/>
        </p:nvSpPr>
        <p:spPr>
          <a:xfrm>
            <a:off x="5821680" y="634999"/>
            <a:ext cx="6370319"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Picture Placeholder 34">
            <a:extLst>
              <a:ext uri="{FF2B5EF4-FFF2-40B4-BE49-F238E27FC236}">
                <a16:creationId xmlns:a16="http://schemas.microsoft.com/office/drawing/2014/main" id="{8E8E9733-3F6B-B96D-7402-8479FE56307A}"/>
              </a:ext>
            </a:extLst>
          </p:cNvPr>
          <p:cNvSpPr>
            <a:spLocks noGrp="1"/>
          </p:cNvSpPr>
          <p:nvPr>
            <p:ph type="pic" sz="quarter" idx="15"/>
          </p:nvPr>
        </p:nvSpPr>
        <p:spPr>
          <a:xfrm>
            <a:off x="6263639" y="1493440"/>
            <a:ext cx="5486400" cy="3867912"/>
          </a:xfrm>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a:ln>
            <a:noFill/>
          </a:ln>
        </p:spPr>
        <p:txBody>
          <a:bodyPr wrap="square">
            <a:noAutofit/>
          </a:bodyPr>
          <a:lstStyle/>
          <a:p>
            <a:r>
              <a:rPr lang="en-US"/>
              <a:t>Click icon to add picture</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0DEB9912-DA83-3943-A195-65BA8C060432}" type="datetime1">
              <a:rPr lang="en-US" smtClean="0"/>
              <a:t>7/5/2026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Growth marketing plan</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134511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381759"/>
            <a:ext cx="4328497" cy="4841241"/>
          </a:xfrm>
        </p:spPr>
        <p:txBody>
          <a:bodyP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48910" y="1381759"/>
            <a:ext cx="5652469" cy="48412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C184B29-56AA-9C42-ADF3-4AB1EB6F403E}" type="datetime1">
              <a:rPr lang="en-US" smtClean="0"/>
              <a:t>7/5/2026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Growth marketing plan</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458171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3907" y="1001715"/>
            <a:ext cx="4714998" cy="74676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129475"/>
            <a:ext cx="4714106" cy="4179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Rectangle 10">
            <a:extLst>
              <a:ext uri="{FF2B5EF4-FFF2-40B4-BE49-F238E27FC236}">
                <a16:creationId xmlns:a16="http://schemas.microsoft.com/office/drawing/2014/main" id="{65C0C886-859A-5158-F0E8-00B1BFC415AF}"/>
              </a:ext>
            </a:extLst>
          </p:cNvPr>
          <p:cNvSpPr/>
          <p:nvPr userDrawn="1"/>
        </p:nvSpPr>
        <p:spPr>
          <a:xfrm>
            <a:off x="5821686" y="0"/>
            <a:ext cx="5736284" cy="685799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Picture Placeholder 9">
            <a:extLst>
              <a:ext uri="{FF2B5EF4-FFF2-40B4-BE49-F238E27FC236}">
                <a16:creationId xmlns:a16="http://schemas.microsoft.com/office/drawing/2014/main" id="{EDCEE0A2-7709-B62C-92B2-F79288C22CBB}"/>
              </a:ext>
            </a:extLst>
          </p:cNvPr>
          <p:cNvSpPr>
            <a:spLocks noGrp="1"/>
          </p:cNvSpPr>
          <p:nvPr>
            <p:ph type="pic" sz="quarter" idx="15"/>
          </p:nvPr>
        </p:nvSpPr>
        <p:spPr>
          <a:xfrm>
            <a:off x="6755872" y="736601"/>
            <a:ext cx="3867912" cy="5486400"/>
          </a:xfrm>
          <a:custGeom>
            <a:avLst/>
            <a:gdLst>
              <a:gd name="connsiteX0" fmla="*/ 1933956 w 3867912"/>
              <a:gd name="connsiteY0" fmla="*/ 0 h 5486400"/>
              <a:gd name="connsiteX1" fmla="*/ 3867912 w 3867912"/>
              <a:gd name="connsiteY1" fmla="*/ 2743200 h 5486400"/>
              <a:gd name="connsiteX2" fmla="*/ 1933956 w 3867912"/>
              <a:gd name="connsiteY2" fmla="*/ 5486400 h 5486400"/>
              <a:gd name="connsiteX3" fmla="*/ 0 w 3867912"/>
              <a:gd name="connsiteY3" fmla="*/ 2743200 h 5486400"/>
              <a:gd name="connsiteX4" fmla="*/ 1933956 w 3867912"/>
              <a:gd name="connsiteY4" fmla="*/ 0 h 548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912" h="5486400">
                <a:moveTo>
                  <a:pt x="1933956" y="0"/>
                </a:moveTo>
                <a:cubicBezTo>
                  <a:pt x="3002050" y="0"/>
                  <a:pt x="3867912" y="1228172"/>
                  <a:pt x="3867912" y="2743200"/>
                </a:cubicBezTo>
                <a:cubicBezTo>
                  <a:pt x="3867912" y="4258228"/>
                  <a:pt x="3002050" y="5486400"/>
                  <a:pt x="1933956" y="5486400"/>
                </a:cubicBezTo>
                <a:cubicBezTo>
                  <a:pt x="865862" y="5486400"/>
                  <a:pt x="0" y="4258228"/>
                  <a:pt x="0" y="2743200"/>
                </a:cubicBezTo>
                <a:cubicBezTo>
                  <a:pt x="0" y="1228172"/>
                  <a:pt x="865862" y="0"/>
                  <a:pt x="1933956"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E2AAE019-E83D-CB42-A578-B360638D96E4}" type="datetime1">
              <a:rPr lang="en-US" smtClean="0"/>
              <a:t>7/5/2026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5671366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1010613"/>
            <a:ext cx="10945316" cy="746761"/>
          </a:xfrm>
        </p:spPr>
        <p:txBody>
          <a:body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34030" y="2138374"/>
            <a:ext cx="5266090" cy="408462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291886" y="2138374"/>
            <a:ext cx="5266078" cy="408462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3F1578D-94A7-9E43-82B8-AAFA272825E2}" type="datetime1">
              <a:rPr lang="en-US" smtClean="0"/>
              <a:t>7/5/2026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3053128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0898EF3F-C42B-37EE-D18B-8185C8F12113}"/>
              </a:ext>
            </a:extLst>
          </p:cNvPr>
          <p:cNvSpPr>
            <a:spLocks noGrp="1"/>
          </p:cNvSpPr>
          <p:nvPr>
            <p:ph sz="quarter" idx="13" hasCustomPrompt="1"/>
          </p:nvPr>
        </p:nvSpPr>
        <p:spPr>
          <a:xfrm>
            <a:off x="634030" y="1929384"/>
            <a:ext cx="8266176" cy="4142232"/>
          </a:xfrm>
        </p:spPr>
        <p:txBody>
          <a:bodyPr anchor="b">
            <a:noAutofit/>
          </a:bodyPr>
          <a:lstStyle>
            <a:lvl1pPr marL="0" indent="0">
              <a:lnSpc>
                <a:spcPct val="90000"/>
              </a:lnSpc>
              <a:buNone/>
              <a:defRPr sz="4800" b="1" i="0">
                <a:latin typeface="+mn-lt"/>
              </a:defRPr>
            </a:lvl1pPr>
            <a:lvl2pPr marL="228600" indent="0">
              <a:lnSpc>
                <a:spcPct val="90000"/>
              </a:lnSpc>
              <a:buNone/>
              <a:defRPr sz="4800" b="1" i="0">
                <a:latin typeface="+mn-lt"/>
              </a:defRPr>
            </a:lvl2pPr>
            <a:lvl3pPr marL="457200" indent="0">
              <a:lnSpc>
                <a:spcPct val="90000"/>
              </a:lnSpc>
              <a:buNone/>
              <a:defRPr sz="4800" b="1" i="0">
                <a:latin typeface="+mn-lt"/>
              </a:defRPr>
            </a:lvl3pPr>
            <a:lvl4pPr marL="685800" indent="0">
              <a:lnSpc>
                <a:spcPct val="90000"/>
              </a:lnSpc>
              <a:buNone/>
              <a:defRPr sz="4800" b="1" i="0">
                <a:latin typeface="+mn-lt"/>
              </a:defRPr>
            </a:lvl4pPr>
            <a:lvl5pPr marL="914400" indent="0">
              <a:lnSpc>
                <a:spcPct val="90000"/>
              </a:lnSpc>
              <a:buNone/>
              <a:defRPr sz="4800" b="1" i="0">
                <a:latin typeface="+mn-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AB7ADF8E-C5F8-B94D-B79F-BB5E05403220}" type="datetime1">
              <a:rPr lang="en-US" smtClean="0"/>
              <a:t>7/5/2026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Growth marketing plan</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7524228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Quot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30" y="634999"/>
            <a:ext cx="10923934" cy="375615"/>
          </a:xfrm>
        </p:spPr>
        <p:txBody>
          <a:bodyPr anchor="t">
            <a:noAutofit/>
          </a:bodyPr>
          <a:lstStyle>
            <a:lvl1pPr>
              <a:lnSpc>
                <a:spcPct val="120000"/>
              </a:lnSpc>
              <a:defRPr sz="1800" b="1" i="0">
                <a:solidFill>
                  <a:schemeClr val="accent1"/>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30" y="1748474"/>
            <a:ext cx="10923934" cy="4474526"/>
          </a:xfrm>
        </p:spPr>
        <p:txBody>
          <a:bodyPr anchor="b">
            <a:normAutofit/>
          </a:bodyPr>
          <a:lstStyle>
            <a:lvl1pPr marL="0" indent="0">
              <a:lnSpc>
                <a:spcPct val="90000"/>
              </a:lnSpc>
              <a:spcBef>
                <a:spcPts val="0"/>
              </a:spcBef>
              <a:buNone/>
              <a:defRPr sz="3600" b="1" i="0">
                <a:solidFill>
                  <a:schemeClr val="accent1"/>
                </a:solidFill>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33EAEBE-CA61-5040-850D-8DDBD3B263E9}" type="datetime1">
              <a:rPr lang="en-US" smtClean="0"/>
              <a:t>7/5/2026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Growth marketing plan</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977561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Conclusion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373816"/>
            <a:ext cx="4704473" cy="2607950"/>
          </a:xfrm>
        </p:spPr>
        <p:txBody>
          <a:bodyPr anchor="b">
            <a:noAutofit/>
          </a:bodyPr>
          <a:lstStyle>
            <a:lvl1pPr>
              <a:defRPr sz="3600">
                <a:solidFill>
                  <a:schemeClr val="accent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34029" y="4362766"/>
            <a:ext cx="4704473" cy="1860234"/>
          </a:xfrm>
        </p:spPr>
        <p:txBody>
          <a:bodyPr>
            <a:noAutofit/>
          </a:bodyPr>
          <a:lstStyle>
            <a:lvl1pPr marL="0" indent="0">
              <a:buNone/>
              <a:defRPr sz="1800" b="1" i="0">
                <a:solidFill>
                  <a:schemeClr val="accent2"/>
                </a:solidFill>
                <a:latin typeface="+mn-lt"/>
              </a:defRPr>
            </a:lvl1pPr>
            <a:lvl2pPr marL="228600" indent="0">
              <a:buNone/>
              <a:defRPr sz="1800" b="1" i="0">
                <a:solidFill>
                  <a:schemeClr val="accent2"/>
                </a:solidFill>
                <a:latin typeface="+mn-lt"/>
              </a:defRPr>
            </a:lvl2pPr>
            <a:lvl3pPr marL="457200" indent="0">
              <a:buNone/>
              <a:defRPr sz="1800" b="1" i="0">
                <a:solidFill>
                  <a:schemeClr val="accent2"/>
                </a:solidFill>
                <a:latin typeface="+mn-lt"/>
              </a:defRPr>
            </a:lvl3pPr>
            <a:lvl4pPr marL="685800" indent="0">
              <a:buNone/>
              <a:defRPr sz="1800" b="1" i="0">
                <a:solidFill>
                  <a:schemeClr val="accent2"/>
                </a:solidFill>
                <a:latin typeface="+mn-lt"/>
              </a:defRPr>
            </a:lvl4pPr>
            <a:lvl5pPr marL="914400" indent="0">
              <a:buNone/>
              <a:defRPr sz="1800" b="1" i="0">
                <a:solidFill>
                  <a:schemeClr val="accent2"/>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6914D02D-3DC0-C54F-AF94-CB2AA6AB0D37}" type="datetime1">
              <a:rPr lang="en-US" smtClean="0"/>
              <a:pPr/>
              <a:t>7/5/2026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dirty="0"/>
              <a:t>Growth marketing plan</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sp>
        <p:nvSpPr>
          <p:cNvPr id="3" name="Freeform 2">
            <a:extLst>
              <a:ext uri="{FF2B5EF4-FFF2-40B4-BE49-F238E27FC236}">
                <a16:creationId xmlns:a16="http://schemas.microsoft.com/office/drawing/2014/main" id="{FE1A7A48-EC1B-2BD5-026A-AEDC4C01FC96}"/>
              </a:ext>
            </a:extLst>
          </p:cNvPr>
          <p:cNvSpPr/>
          <p:nvPr userDrawn="1"/>
        </p:nvSpPr>
        <p:spPr>
          <a:xfrm>
            <a:off x="5821681" y="1"/>
            <a:ext cx="6370318" cy="6223000"/>
          </a:xfrm>
          <a:custGeom>
            <a:avLst/>
            <a:gdLst>
              <a:gd name="connsiteX0" fmla="*/ 3185158 w 6370318"/>
              <a:gd name="connsiteY0" fmla="*/ 991383 h 6223000"/>
              <a:gd name="connsiteX1" fmla="*/ 974138 w 6370318"/>
              <a:gd name="connsiteY1" fmla="*/ 2448125 h 6223000"/>
              <a:gd name="connsiteX2" fmla="*/ 3185158 w 6370318"/>
              <a:gd name="connsiteY2" fmla="*/ 3904867 h 6223000"/>
              <a:gd name="connsiteX3" fmla="*/ 5396178 w 6370318"/>
              <a:gd name="connsiteY3" fmla="*/ 2448125 h 6223000"/>
              <a:gd name="connsiteX4" fmla="*/ 3185158 w 6370318"/>
              <a:gd name="connsiteY4" fmla="*/ 991383 h 6223000"/>
              <a:gd name="connsiteX5" fmla="*/ 0 w 6370318"/>
              <a:gd name="connsiteY5" fmla="*/ 0 h 6223000"/>
              <a:gd name="connsiteX6" fmla="*/ 6370318 w 6370318"/>
              <a:gd name="connsiteY6" fmla="*/ 0 h 6223000"/>
              <a:gd name="connsiteX7" fmla="*/ 6370318 w 6370318"/>
              <a:gd name="connsiteY7" fmla="*/ 6223000 h 6223000"/>
              <a:gd name="connsiteX8" fmla="*/ 5395766 w 6370318"/>
              <a:gd name="connsiteY8" fmla="*/ 6223000 h 6223000"/>
              <a:gd name="connsiteX9" fmla="*/ 5384828 w 6370318"/>
              <a:gd name="connsiteY9" fmla="*/ 6176026 h 6223000"/>
              <a:gd name="connsiteX10" fmla="*/ 3195791 w 6370318"/>
              <a:gd name="connsiteY10" fmla="*/ 5746683 h 6223000"/>
              <a:gd name="connsiteX11" fmla="*/ 5396178 w 6370318"/>
              <a:gd name="connsiteY11" fmla="*/ 4825797 h 6223000"/>
              <a:gd name="connsiteX12" fmla="*/ 3185158 w 6370318"/>
              <a:gd name="connsiteY12" fmla="*/ 3904906 h 6223000"/>
              <a:gd name="connsiteX13" fmla="*/ 974138 w 6370318"/>
              <a:gd name="connsiteY13" fmla="*/ 4825797 h 6223000"/>
              <a:gd name="connsiteX14" fmla="*/ 3174524 w 6370318"/>
              <a:gd name="connsiteY14" fmla="*/ 5746683 h 6223000"/>
              <a:gd name="connsiteX15" fmla="*/ 985488 w 6370318"/>
              <a:gd name="connsiteY15" fmla="*/ 6176026 h 6223000"/>
              <a:gd name="connsiteX16" fmla="*/ 974550 w 6370318"/>
              <a:gd name="connsiteY16" fmla="*/ 6223000 h 6223000"/>
              <a:gd name="connsiteX17" fmla="*/ 0 w 6370318"/>
              <a:gd name="connsiteY17" fmla="*/ 6223000 h 6223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370318" h="6223000">
                <a:moveTo>
                  <a:pt x="3185158" y="991383"/>
                </a:moveTo>
                <a:cubicBezTo>
                  <a:pt x="1964046" y="991383"/>
                  <a:pt x="974138" y="1643590"/>
                  <a:pt x="974138" y="2448125"/>
                </a:cubicBezTo>
                <a:cubicBezTo>
                  <a:pt x="974138" y="3252659"/>
                  <a:pt x="1964046" y="3904867"/>
                  <a:pt x="3185158" y="3904867"/>
                </a:cubicBezTo>
                <a:cubicBezTo>
                  <a:pt x="4406270" y="3904867"/>
                  <a:pt x="5396178" y="3252659"/>
                  <a:pt x="5396178" y="2448125"/>
                </a:cubicBezTo>
                <a:cubicBezTo>
                  <a:pt x="5396178" y="1643590"/>
                  <a:pt x="4406270" y="991383"/>
                  <a:pt x="3185158" y="991383"/>
                </a:cubicBezTo>
                <a:close/>
                <a:moveTo>
                  <a:pt x="0" y="0"/>
                </a:moveTo>
                <a:lnTo>
                  <a:pt x="6370318" y="0"/>
                </a:lnTo>
                <a:lnTo>
                  <a:pt x="6370318" y="6223000"/>
                </a:lnTo>
                <a:lnTo>
                  <a:pt x="5395766" y="6223000"/>
                </a:lnTo>
                <a:lnTo>
                  <a:pt x="5384828" y="6176026"/>
                </a:lnTo>
                <a:cubicBezTo>
                  <a:pt x="5272251" y="5935624"/>
                  <a:pt x="4336001" y="5747839"/>
                  <a:pt x="3195791" y="5746683"/>
                </a:cubicBezTo>
                <a:cubicBezTo>
                  <a:pt x="4412015" y="5744294"/>
                  <a:pt x="5396178" y="5332915"/>
                  <a:pt x="5396178" y="4825797"/>
                </a:cubicBezTo>
                <a:cubicBezTo>
                  <a:pt x="5396178" y="4317207"/>
                  <a:pt x="4406270" y="3904906"/>
                  <a:pt x="3185158" y="3904906"/>
                </a:cubicBezTo>
                <a:cubicBezTo>
                  <a:pt x="1964046" y="3904906"/>
                  <a:pt x="974138" y="4317207"/>
                  <a:pt x="974138" y="4825797"/>
                </a:cubicBezTo>
                <a:cubicBezTo>
                  <a:pt x="974138" y="5332915"/>
                  <a:pt x="1958301" y="5744294"/>
                  <a:pt x="3174524" y="5746683"/>
                </a:cubicBezTo>
                <a:cubicBezTo>
                  <a:pt x="2034315" y="5747839"/>
                  <a:pt x="1098065" y="5935624"/>
                  <a:pt x="985488" y="6176026"/>
                </a:cubicBezTo>
                <a:lnTo>
                  <a:pt x="974550" y="6223000"/>
                </a:lnTo>
                <a:lnTo>
                  <a:pt x="0" y="622300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34426290"/>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29478" y="632192"/>
            <a:ext cx="4328486" cy="3727766"/>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29477" y="4728526"/>
            <a:ext cx="4328487" cy="14944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Rectangle 6">
            <a:extLst>
              <a:ext uri="{FF2B5EF4-FFF2-40B4-BE49-F238E27FC236}">
                <a16:creationId xmlns:a16="http://schemas.microsoft.com/office/drawing/2014/main" id="{CEC1856D-4088-6C7C-747C-BFC6B595D2C7}"/>
              </a:ext>
            </a:extLst>
          </p:cNvPr>
          <p:cNvSpPr/>
          <p:nvPr userDrawn="1"/>
        </p:nvSpPr>
        <p:spPr>
          <a:xfrm>
            <a:off x="634036" y="634999"/>
            <a:ext cx="5736284"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Picture Placeholder 86">
            <a:extLst>
              <a:ext uri="{FF2B5EF4-FFF2-40B4-BE49-F238E27FC236}">
                <a16:creationId xmlns:a16="http://schemas.microsoft.com/office/drawing/2014/main" id="{4C2DEE60-7B9C-F5F8-C631-1BBA2E094FEC}"/>
              </a:ext>
            </a:extLst>
          </p:cNvPr>
          <p:cNvSpPr>
            <a:spLocks noGrp="1"/>
          </p:cNvSpPr>
          <p:nvPr>
            <p:ph type="pic" sz="quarter" idx="15"/>
          </p:nvPr>
        </p:nvSpPr>
        <p:spPr>
          <a:xfrm>
            <a:off x="1137514" y="1041818"/>
            <a:ext cx="4729325" cy="4764694"/>
          </a:xfrm>
          <a:custGeom>
            <a:avLst/>
            <a:gdLst>
              <a:gd name="connsiteX0" fmla="*/ 3182230 w 4729325"/>
              <a:gd name="connsiteY0" fmla="*/ 109 h 4764694"/>
              <a:gd name="connsiteX1" fmla="*/ 4282822 w 4729325"/>
              <a:gd name="connsiteY1" fmla="*/ 421273 h 4764694"/>
              <a:gd name="connsiteX2" fmla="*/ 3747220 w 4729325"/>
              <a:gd name="connsiteY2" fmla="*/ 3734650 h 4764694"/>
              <a:gd name="connsiteX3" fmla="*/ 446504 w 4729325"/>
              <a:gd name="connsiteY3" fmla="*/ 4343421 h 4764694"/>
              <a:gd name="connsiteX4" fmla="*/ 982106 w 4729325"/>
              <a:gd name="connsiteY4" fmla="*/ 1030045 h 4764694"/>
              <a:gd name="connsiteX5" fmla="*/ 3182230 w 4729325"/>
              <a:gd name="connsiteY5" fmla="*/ 109 h 476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9325" h="4764694">
                <a:moveTo>
                  <a:pt x="3182230" y="109"/>
                </a:moveTo>
                <a:cubicBezTo>
                  <a:pt x="3609712" y="4486"/>
                  <a:pt x="3996485" y="141202"/>
                  <a:pt x="4282822" y="421273"/>
                </a:cubicBezTo>
                <a:cubicBezTo>
                  <a:pt x="5046387" y="1168129"/>
                  <a:pt x="4806591" y="2651578"/>
                  <a:pt x="3747220" y="3734650"/>
                </a:cubicBezTo>
                <a:cubicBezTo>
                  <a:pt x="2687850" y="4817721"/>
                  <a:pt x="1210069" y="5090277"/>
                  <a:pt x="446504" y="4343421"/>
                </a:cubicBezTo>
                <a:cubicBezTo>
                  <a:pt x="-317062" y="3596565"/>
                  <a:pt x="-77265" y="2113116"/>
                  <a:pt x="982106" y="1030045"/>
                </a:cubicBezTo>
                <a:cubicBezTo>
                  <a:pt x="1644213" y="353125"/>
                  <a:pt x="2469760" y="-7187"/>
                  <a:pt x="3182230" y="109"/>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168895" y="6453002"/>
            <a:ext cx="1707625" cy="365125"/>
          </a:xfrm>
        </p:spPr>
        <p:txBody>
          <a:bodyPr/>
          <a:lstStyle>
            <a:lvl1pPr>
              <a:defRPr>
                <a:solidFill>
                  <a:schemeClr val="tx1"/>
                </a:solidFill>
                <a:effectLst/>
              </a:defRPr>
            </a:lvl1pPr>
          </a:lstStyle>
          <a:p>
            <a:fld id="{52DEFB05-7E9F-904D-9899-4BFD23D31172}" type="datetime1">
              <a:rPr lang="en-US" smtClean="0"/>
              <a:t>7/5/2026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Growth marketing plan</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224322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634999"/>
            <a:ext cx="4328068" cy="3346768"/>
          </a:xfrm>
        </p:spPr>
        <p:txBody>
          <a:bodyPr anchor="t">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30" y="4728526"/>
            <a:ext cx="4328068" cy="14944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Rectangle 3">
            <a:extLst>
              <a:ext uri="{FF2B5EF4-FFF2-40B4-BE49-F238E27FC236}">
                <a16:creationId xmlns:a16="http://schemas.microsoft.com/office/drawing/2014/main" id="{5C1AD1B2-D3AF-262A-9F39-408298341F3B}"/>
              </a:ext>
            </a:extLst>
          </p:cNvPr>
          <p:cNvSpPr/>
          <p:nvPr userDrawn="1"/>
        </p:nvSpPr>
        <p:spPr>
          <a:xfrm>
            <a:off x="5821681" y="634999"/>
            <a:ext cx="5736284"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86">
            <a:extLst>
              <a:ext uri="{FF2B5EF4-FFF2-40B4-BE49-F238E27FC236}">
                <a16:creationId xmlns:a16="http://schemas.microsoft.com/office/drawing/2014/main" id="{84DED33C-5879-E539-4CEC-E4EBF6E3309B}"/>
              </a:ext>
            </a:extLst>
          </p:cNvPr>
          <p:cNvSpPr>
            <a:spLocks noGrp="1"/>
          </p:cNvSpPr>
          <p:nvPr>
            <p:ph type="pic" sz="quarter" idx="17"/>
          </p:nvPr>
        </p:nvSpPr>
        <p:spPr>
          <a:xfrm>
            <a:off x="6325159" y="1041818"/>
            <a:ext cx="4729325" cy="4764694"/>
          </a:xfrm>
          <a:custGeom>
            <a:avLst/>
            <a:gdLst>
              <a:gd name="connsiteX0" fmla="*/ 3182230 w 4729325"/>
              <a:gd name="connsiteY0" fmla="*/ 109 h 4764694"/>
              <a:gd name="connsiteX1" fmla="*/ 4282822 w 4729325"/>
              <a:gd name="connsiteY1" fmla="*/ 421273 h 4764694"/>
              <a:gd name="connsiteX2" fmla="*/ 3747220 w 4729325"/>
              <a:gd name="connsiteY2" fmla="*/ 3734650 h 4764694"/>
              <a:gd name="connsiteX3" fmla="*/ 446504 w 4729325"/>
              <a:gd name="connsiteY3" fmla="*/ 4343421 h 4764694"/>
              <a:gd name="connsiteX4" fmla="*/ 982106 w 4729325"/>
              <a:gd name="connsiteY4" fmla="*/ 1030045 h 4764694"/>
              <a:gd name="connsiteX5" fmla="*/ 3182230 w 4729325"/>
              <a:gd name="connsiteY5" fmla="*/ 109 h 476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9325" h="4764694">
                <a:moveTo>
                  <a:pt x="3182230" y="109"/>
                </a:moveTo>
                <a:cubicBezTo>
                  <a:pt x="3609712" y="4486"/>
                  <a:pt x="3996485" y="141202"/>
                  <a:pt x="4282822" y="421273"/>
                </a:cubicBezTo>
                <a:cubicBezTo>
                  <a:pt x="5046387" y="1168129"/>
                  <a:pt x="4806591" y="2651578"/>
                  <a:pt x="3747220" y="3734650"/>
                </a:cubicBezTo>
                <a:cubicBezTo>
                  <a:pt x="2687850" y="4817721"/>
                  <a:pt x="1210069" y="5090277"/>
                  <a:pt x="446504" y="4343421"/>
                </a:cubicBezTo>
                <a:cubicBezTo>
                  <a:pt x="-317062" y="3596565"/>
                  <a:pt x="-77265" y="2113116"/>
                  <a:pt x="982106" y="1030045"/>
                </a:cubicBezTo>
                <a:cubicBezTo>
                  <a:pt x="1644213" y="353125"/>
                  <a:pt x="2469760" y="-7187"/>
                  <a:pt x="3182230" y="109"/>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253768E5-88AD-F345-813B-E822455F98B0}" type="datetime1">
              <a:rPr lang="en-US" smtClean="0"/>
              <a:t>7/5/2026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dirty="0"/>
              <a:t>Growth marketing plan</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872996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0" y="1001716"/>
            <a:ext cx="4663440" cy="1503374"/>
          </a:xfrm>
        </p:spPr>
        <p:txBody>
          <a:bodyPr anchor="b">
            <a:normAutofit/>
          </a:bodyPr>
          <a:lstStyle>
            <a:lvl1pPr>
              <a:defRPr sz="3600"/>
            </a:lvl1pPr>
          </a:lstStyle>
          <a:p>
            <a:r>
              <a:rPr lang="en-US"/>
              <a:t>Click to edit Master title style</a:t>
            </a:r>
            <a:endParaRPr lang="en-US" dirty="0"/>
          </a:p>
        </p:txBody>
      </p:sp>
      <p:sp>
        <p:nvSpPr>
          <p:cNvPr id="6" name="Rectangle 5">
            <a:extLst>
              <a:ext uri="{FF2B5EF4-FFF2-40B4-BE49-F238E27FC236}">
                <a16:creationId xmlns:a16="http://schemas.microsoft.com/office/drawing/2014/main" id="{78BB3D62-CDA4-76D5-336B-27C0EC9C46CE}"/>
              </a:ext>
            </a:extLst>
          </p:cNvPr>
          <p:cNvSpPr/>
          <p:nvPr userDrawn="1"/>
        </p:nvSpPr>
        <p:spPr>
          <a:xfrm>
            <a:off x="0" y="634999"/>
            <a:ext cx="6370319"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34">
            <a:extLst>
              <a:ext uri="{FF2B5EF4-FFF2-40B4-BE49-F238E27FC236}">
                <a16:creationId xmlns:a16="http://schemas.microsoft.com/office/drawing/2014/main" id="{889B4C2F-1506-76B3-8948-1B68AC994F09}"/>
              </a:ext>
            </a:extLst>
          </p:cNvPr>
          <p:cNvSpPr>
            <a:spLocks noGrp="1"/>
          </p:cNvSpPr>
          <p:nvPr>
            <p:ph type="pic" sz="quarter" idx="15"/>
          </p:nvPr>
        </p:nvSpPr>
        <p:spPr>
          <a:xfrm>
            <a:off x="441959" y="1493440"/>
            <a:ext cx="5486400" cy="3867912"/>
          </a:xfrm>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a:ln>
            <a:noFill/>
          </a:ln>
        </p:spPr>
        <p:txBody>
          <a:bodyPr wrap="square">
            <a:noAutofit/>
          </a:bodyPr>
          <a:lstStyle/>
          <a:p>
            <a:r>
              <a:rPr lang="en-US"/>
              <a:t>Click icon to add picture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8000" y="2886088"/>
            <a:ext cx="4663440" cy="3336912"/>
          </a:xfrm>
        </p:spPr>
        <p:txBody>
          <a:bodyPr>
            <a:normAutofit/>
          </a:bodyPr>
          <a:lstStyle>
            <a:lvl1pPr marL="457200" indent="-457200">
              <a:buFont typeface="+mj-lt"/>
              <a:buAutoNum type="arabicPeriod"/>
              <a:defRPr sz="1600"/>
            </a:lvl1pPr>
            <a:lvl2pPr marL="571500" indent="-342900">
              <a:buFont typeface="+mj-lt"/>
              <a:buAutoNum type="arabicPeriod"/>
              <a:defRPr sz="1600"/>
            </a:lvl2pPr>
            <a:lvl3pPr marL="800100" indent="-342900">
              <a:buFont typeface="+mj-lt"/>
              <a:buAutoNum type="arabicPeriod"/>
              <a:defRPr sz="1600"/>
            </a:lvl3pPr>
            <a:lvl4pPr marL="1028700" indent="-342900">
              <a:buFont typeface="+mj-lt"/>
              <a:buAutoNum type="arabicPeriod"/>
              <a:defRPr sz="1600"/>
            </a:lvl4pPr>
            <a:lvl5pPr>
              <a:buFont typeface="+mj-lt"/>
              <a:buAutoNum type="arabicPeriod"/>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7999" y="6453002"/>
            <a:ext cx="1996689" cy="365125"/>
          </a:xfrm>
        </p:spPr>
        <p:txBody>
          <a:bodyPr/>
          <a:lstStyle/>
          <a:p>
            <a:fld id="{F157801D-503B-EF46-ADEC-5C959CCCA979}" type="datetime1">
              <a:rPr lang="en-US" smtClean="0"/>
              <a:t>7/5/2026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Growth marketing plan</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0822660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48911" y="634998"/>
            <a:ext cx="6209053" cy="1056641"/>
          </a:xfrm>
        </p:spPr>
        <p:txBody>
          <a:bodyPr anchor="b"/>
          <a:lstStyle/>
          <a:p>
            <a:r>
              <a:rPr lang="en-US"/>
              <a:t>Click to edit Master title style</a:t>
            </a:r>
            <a:endParaRPr lang="en-US" dirty="0"/>
          </a:p>
        </p:txBody>
      </p:sp>
      <p:sp>
        <p:nvSpPr>
          <p:cNvPr id="3" name="Rectangle 2">
            <a:extLst>
              <a:ext uri="{FF2B5EF4-FFF2-40B4-BE49-F238E27FC236}">
                <a16:creationId xmlns:a16="http://schemas.microsoft.com/office/drawing/2014/main" id="{385C3C84-2445-A196-7F5F-258A70EC2DB8}"/>
              </a:ext>
            </a:extLst>
          </p:cNvPr>
          <p:cNvSpPr/>
          <p:nvPr userDrawn="1"/>
        </p:nvSpPr>
        <p:spPr>
          <a:xfrm>
            <a:off x="0" y="0"/>
            <a:ext cx="4791456" cy="685799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9">
            <a:extLst>
              <a:ext uri="{FF2B5EF4-FFF2-40B4-BE49-F238E27FC236}">
                <a16:creationId xmlns:a16="http://schemas.microsoft.com/office/drawing/2014/main" id="{E8E21C7C-0CD1-5AAF-6BBD-63E495FF2552}"/>
              </a:ext>
            </a:extLst>
          </p:cNvPr>
          <p:cNvSpPr>
            <a:spLocks noGrp="1"/>
          </p:cNvSpPr>
          <p:nvPr>
            <p:ph type="pic" sz="quarter" idx="18"/>
          </p:nvPr>
        </p:nvSpPr>
        <p:spPr>
          <a:xfrm>
            <a:off x="461772" y="736601"/>
            <a:ext cx="3867912" cy="5486400"/>
          </a:xfrm>
          <a:custGeom>
            <a:avLst/>
            <a:gdLst>
              <a:gd name="connsiteX0" fmla="*/ 1933956 w 3867912"/>
              <a:gd name="connsiteY0" fmla="*/ 0 h 5486400"/>
              <a:gd name="connsiteX1" fmla="*/ 3867912 w 3867912"/>
              <a:gd name="connsiteY1" fmla="*/ 2743200 h 5486400"/>
              <a:gd name="connsiteX2" fmla="*/ 1933956 w 3867912"/>
              <a:gd name="connsiteY2" fmla="*/ 5486400 h 5486400"/>
              <a:gd name="connsiteX3" fmla="*/ 0 w 3867912"/>
              <a:gd name="connsiteY3" fmla="*/ 2743200 h 5486400"/>
              <a:gd name="connsiteX4" fmla="*/ 1933956 w 3867912"/>
              <a:gd name="connsiteY4" fmla="*/ 0 h 548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912" h="5486400">
                <a:moveTo>
                  <a:pt x="1933956" y="0"/>
                </a:moveTo>
                <a:cubicBezTo>
                  <a:pt x="3002050" y="0"/>
                  <a:pt x="3867912" y="1228172"/>
                  <a:pt x="3867912" y="2743200"/>
                </a:cubicBezTo>
                <a:cubicBezTo>
                  <a:pt x="3867912" y="4258228"/>
                  <a:pt x="3002050" y="5486400"/>
                  <a:pt x="1933956" y="5486400"/>
                </a:cubicBezTo>
                <a:cubicBezTo>
                  <a:pt x="865862" y="5486400"/>
                  <a:pt x="0" y="4258228"/>
                  <a:pt x="0" y="2743200"/>
                </a:cubicBezTo>
                <a:cubicBezTo>
                  <a:pt x="0" y="1228172"/>
                  <a:pt x="865862" y="0"/>
                  <a:pt x="1933956"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48911" y="2129475"/>
            <a:ext cx="6209053" cy="40935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7CB74803-9A2C-034F-B1A1-F6470E6CA660}" type="datetime1">
              <a:rPr lang="en-US" smtClean="0"/>
              <a:t>7/5/2026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p:txBody>
          <a:bodyPr/>
          <a:lstStyle/>
          <a:p>
            <a:r>
              <a:rPr lang="en-US" dirty="0"/>
              <a:t>Growth marketing plan</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4831703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634998"/>
            <a:ext cx="6209065" cy="1098299"/>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28" y="2129475"/>
            <a:ext cx="6209066" cy="40935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Rectangle 2">
            <a:extLst>
              <a:ext uri="{FF2B5EF4-FFF2-40B4-BE49-F238E27FC236}">
                <a16:creationId xmlns:a16="http://schemas.microsoft.com/office/drawing/2014/main" id="{E4FE2F9A-59A2-7E9F-464F-7A36143AEF3C}"/>
              </a:ext>
            </a:extLst>
          </p:cNvPr>
          <p:cNvSpPr/>
          <p:nvPr userDrawn="1"/>
        </p:nvSpPr>
        <p:spPr>
          <a:xfrm>
            <a:off x="7395223" y="0"/>
            <a:ext cx="4791456" cy="685799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9">
            <a:extLst>
              <a:ext uri="{FF2B5EF4-FFF2-40B4-BE49-F238E27FC236}">
                <a16:creationId xmlns:a16="http://schemas.microsoft.com/office/drawing/2014/main" id="{B460171E-C624-E466-975C-D2BE23155D5C}"/>
              </a:ext>
            </a:extLst>
          </p:cNvPr>
          <p:cNvSpPr>
            <a:spLocks noGrp="1"/>
          </p:cNvSpPr>
          <p:nvPr>
            <p:ph type="pic" sz="quarter" idx="18"/>
          </p:nvPr>
        </p:nvSpPr>
        <p:spPr>
          <a:xfrm>
            <a:off x="7856995" y="736601"/>
            <a:ext cx="3867912" cy="5486400"/>
          </a:xfrm>
          <a:custGeom>
            <a:avLst/>
            <a:gdLst>
              <a:gd name="connsiteX0" fmla="*/ 1933956 w 3867912"/>
              <a:gd name="connsiteY0" fmla="*/ 0 h 5486400"/>
              <a:gd name="connsiteX1" fmla="*/ 3867912 w 3867912"/>
              <a:gd name="connsiteY1" fmla="*/ 2743200 h 5486400"/>
              <a:gd name="connsiteX2" fmla="*/ 1933956 w 3867912"/>
              <a:gd name="connsiteY2" fmla="*/ 5486400 h 5486400"/>
              <a:gd name="connsiteX3" fmla="*/ 0 w 3867912"/>
              <a:gd name="connsiteY3" fmla="*/ 2743200 h 5486400"/>
              <a:gd name="connsiteX4" fmla="*/ 1933956 w 3867912"/>
              <a:gd name="connsiteY4" fmla="*/ 0 h 548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912" h="5486400">
                <a:moveTo>
                  <a:pt x="1933956" y="0"/>
                </a:moveTo>
                <a:cubicBezTo>
                  <a:pt x="3002050" y="0"/>
                  <a:pt x="3867912" y="1228172"/>
                  <a:pt x="3867912" y="2743200"/>
                </a:cubicBezTo>
                <a:cubicBezTo>
                  <a:pt x="3867912" y="4258228"/>
                  <a:pt x="3002050" y="5486400"/>
                  <a:pt x="1933956" y="5486400"/>
                </a:cubicBezTo>
                <a:cubicBezTo>
                  <a:pt x="865862" y="5486400"/>
                  <a:pt x="0" y="4258228"/>
                  <a:pt x="0" y="2743200"/>
                </a:cubicBezTo>
                <a:cubicBezTo>
                  <a:pt x="0" y="1228172"/>
                  <a:pt x="865862" y="0"/>
                  <a:pt x="1933956"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71D3B9E8-F3C1-6446-B37C-65190666CE5C}" type="datetime1">
              <a:rPr lang="en-US" smtClean="0"/>
              <a:t>7/5/2026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dirty="0"/>
              <a:t>Growth marketing plan</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690971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6" y="634999"/>
            <a:ext cx="6595437" cy="1116046"/>
          </a:xfrm>
        </p:spPr>
        <p:txBody>
          <a:bodyPr anchor="b"/>
          <a:lstStyle/>
          <a:p>
            <a:r>
              <a:rPr lang="en-US"/>
              <a:t>Click to edit Master title style</a:t>
            </a:r>
            <a:endParaRPr lang="en-US" dirty="0"/>
          </a:p>
        </p:txBody>
      </p:sp>
      <p:sp>
        <p:nvSpPr>
          <p:cNvPr id="5" name="Rectangle 4">
            <a:extLst>
              <a:ext uri="{FF2B5EF4-FFF2-40B4-BE49-F238E27FC236}">
                <a16:creationId xmlns:a16="http://schemas.microsoft.com/office/drawing/2014/main" id="{91983495-936E-09A0-8CE3-E436C7809CBB}"/>
              </a:ext>
            </a:extLst>
          </p:cNvPr>
          <p:cNvSpPr/>
          <p:nvPr userDrawn="1"/>
        </p:nvSpPr>
        <p:spPr>
          <a:xfrm>
            <a:off x="0" y="634999"/>
            <a:ext cx="4023360" cy="558800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icture Placeholder 9">
            <a:extLst>
              <a:ext uri="{FF2B5EF4-FFF2-40B4-BE49-F238E27FC236}">
                <a16:creationId xmlns:a16="http://schemas.microsoft.com/office/drawing/2014/main" id="{2A8DBB29-ED35-445B-4F04-9E61708B9E2E}"/>
              </a:ext>
            </a:extLst>
          </p:cNvPr>
          <p:cNvSpPr>
            <a:spLocks noGrp="1"/>
          </p:cNvSpPr>
          <p:nvPr>
            <p:ph type="pic" sz="quarter" idx="18"/>
          </p:nvPr>
        </p:nvSpPr>
        <p:spPr>
          <a:xfrm>
            <a:off x="461771" y="1215611"/>
            <a:ext cx="3120877" cy="4426776"/>
          </a:xfrm>
          <a:custGeom>
            <a:avLst/>
            <a:gdLst>
              <a:gd name="connsiteX0" fmla="*/ 1933956 w 3867912"/>
              <a:gd name="connsiteY0" fmla="*/ 0 h 5486400"/>
              <a:gd name="connsiteX1" fmla="*/ 3867912 w 3867912"/>
              <a:gd name="connsiteY1" fmla="*/ 2743200 h 5486400"/>
              <a:gd name="connsiteX2" fmla="*/ 1933956 w 3867912"/>
              <a:gd name="connsiteY2" fmla="*/ 5486400 h 5486400"/>
              <a:gd name="connsiteX3" fmla="*/ 0 w 3867912"/>
              <a:gd name="connsiteY3" fmla="*/ 2743200 h 5486400"/>
              <a:gd name="connsiteX4" fmla="*/ 1933956 w 3867912"/>
              <a:gd name="connsiteY4" fmla="*/ 0 h 548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912" h="5486400">
                <a:moveTo>
                  <a:pt x="1933956" y="0"/>
                </a:moveTo>
                <a:cubicBezTo>
                  <a:pt x="3002050" y="0"/>
                  <a:pt x="3867912" y="1228172"/>
                  <a:pt x="3867912" y="2743200"/>
                </a:cubicBezTo>
                <a:cubicBezTo>
                  <a:pt x="3867912" y="4258228"/>
                  <a:pt x="3002050" y="5486400"/>
                  <a:pt x="1933956" y="5486400"/>
                </a:cubicBezTo>
                <a:cubicBezTo>
                  <a:pt x="865862" y="5486400"/>
                  <a:pt x="0" y="4258228"/>
                  <a:pt x="0" y="2743200"/>
                </a:cubicBezTo>
                <a:cubicBezTo>
                  <a:pt x="0" y="1228172"/>
                  <a:pt x="865862" y="0"/>
                  <a:pt x="1933956"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6" y="2126905"/>
            <a:ext cx="6595437" cy="4096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C94DBE0E-BA63-894B-AD67-B5534C763ECE}" type="datetime1">
              <a:rPr lang="en-US" smtClean="0"/>
              <a:t>7/5/2026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Growth marketing plan</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798775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634999"/>
            <a:ext cx="6836617" cy="1073601"/>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29" y="2129474"/>
            <a:ext cx="6823674" cy="4093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Rectangle 2">
            <a:extLst>
              <a:ext uri="{FF2B5EF4-FFF2-40B4-BE49-F238E27FC236}">
                <a16:creationId xmlns:a16="http://schemas.microsoft.com/office/drawing/2014/main" id="{5F4A0309-D065-CD9D-2479-AD56597FB81F}"/>
              </a:ext>
            </a:extLst>
          </p:cNvPr>
          <p:cNvSpPr/>
          <p:nvPr userDrawn="1"/>
        </p:nvSpPr>
        <p:spPr>
          <a:xfrm>
            <a:off x="8168640" y="634999"/>
            <a:ext cx="4023360" cy="558800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9">
            <a:extLst>
              <a:ext uri="{FF2B5EF4-FFF2-40B4-BE49-F238E27FC236}">
                <a16:creationId xmlns:a16="http://schemas.microsoft.com/office/drawing/2014/main" id="{FD96658A-D342-DC0B-8552-B2E331453254}"/>
              </a:ext>
            </a:extLst>
          </p:cNvPr>
          <p:cNvSpPr>
            <a:spLocks noGrp="1"/>
          </p:cNvSpPr>
          <p:nvPr>
            <p:ph type="pic" sz="quarter" idx="18"/>
          </p:nvPr>
        </p:nvSpPr>
        <p:spPr>
          <a:xfrm>
            <a:off x="8630411" y="1215611"/>
            <a:ext cx="3120877" cy="4426776"/>
          </a:xfrm>
          <a:custGeom>
            <a:avLst/>
            <a:gdLst>
              <a:gd name="connsiteX0" fmla="*/ 1933956 w 3867912"/>
              <a:gd name="connsiteY0" fmla="*/ 0 h 5486400"/>
              <a:gd name="connsiteX1" fmla="*/ 3867912 w 3867912"/>
              <a:gd name="connsiteY1" fmla="*/ 2743200 h 5486400"/>
              <a:gd name="connsiteX2" fmla="*/ 1933956 w 3867912"/>
              <a:gd name="connsiteY2" fmla="*/ 5486400 h 5486400"/>
              <a:gd name="connsiteX3" fmla="*/ 0 w 3867912"/>
              <a:gd name="connsiteY3" fmla="*/ 2743200 h 5486400"/>
              <a:gd name="connsiteX4" fmla="*/ 1933956 w 3867912"/>
              <a:gd name="connsiteY4" fmla="*/ 0 h 5486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7912" h="5486400">
                <a:moveTo>
                  <a:pt x="1933956" y="0"/>
                </a:moveTo>
                <a:cubicBezTo>
                  <a:pt x="3002050" y="0"/>
                  <a:pt x="3867912" y="1228172"/>
                  <a:pt x="3867912" y="2743200"/>
                </a:cubicBezTo>
                <a:cubicBezTo>
                  <a:pt x="3867912" y="4258228"/>
                  <a:pt x="3002050" y="5486400"/>
                  <a:pt x="1933956" y="5486400"/>
                </a:cubicBezTo>
                <a:cubicBezTo>
                  <a:pt x="865862" y="5486400"/>
                  <a:pt x="0" y="4258228"/>
                  <a:pt x="0" y="2743200"/>
                </a:cubicBezTo>
                <a:cubicBezTo>
                  <a:pt x="0" y="1228172"/>
                  <a:pt x="865862" y="0"/>
                  <a:pt x="1933956"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998EB195-6C83-E04A-B652-F00DFBE24657}" type="datetime1">
              <a:rPr lang="en-US" smtClean="0"/>
              <a:t>7/5/2026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dirty="0"/>
              <a:t>Growth marketing plan</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475588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745" y="634999"/>
            <a:ext cx="4304219" cy="1122375"/>
          </a:xfrm>
        </p:spPr>
        <p:txBody>
          <a:bodyPr anchor="b"/>
          <a:lstStyle/>
          <a:p>
            <a:r>
              <a:rPr lang="en-US"/>
              <a:t>Click to edit Master title style</a:t>
            </a:r>
            <a:endParaRPr lang="en-US" dirty="0"/>
          </a:p>
        </p:txBody>
      </p:sp>
      <p:sp>
        <p:nvSpPr>
          <p:cNvPr id="3" name="Rectangle 2">
            <a:extLst>
              <a:ext uri="{FF2B5EF4-FFF2-40B4-BE49-F238E27FC236}">
                <a16:creationId xmlns:a16="http://schemas.microsoft.com/office/drawing/2014/main" id="{96E7868F-C970-BDC2-3C59-C3B9D60646EC}"/>
              </a:ext>
            </a:extLst>
          </p:cNvPr>
          <p:cNvSpPr/>
          <p:nvPr userDrawn="1"/>
        </p:nvSpPr>
        <p:spPr>
          <a:xfrm>
            <a:off x="634036" y="1"/>
            <a:ext cx="5736284" cy="6223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86">
            <a:extLst>
              <a:ext uri="{FF2B5EF4-FFF2-40B4-BE49-F238E27FC236}">
                <a16:creationId xmlns:a16="http://schemas.microsoft.com/office/drawing/2014/main" id="{59A01815-2226-42BA-5989-B67063705B27}"/>
              </a:ext>
            </a:extLst>
          </p:cNvPr>
          <p:cNvSpPr>
            <a:spLocks noGrp="1"/>
          </p:cNvSpPr>
          <p:nvPr>
            <p:ph type="pic" sz="quarter" idx="15"/>
          </p:nvPr>
        </p:nvSpPr>
        <p:spPr>
          <a:xfrm>
            <a:off x="1137514" y="1041818"/>
            <a:ext cx="4729325" cy="4764694"/>
          </a:xfrm>
          <a:custGeom>
            <a:avLst/>
            <a:gdLst>
              <a:gd name="connsiteX0" fmla="*/ 3182230 w 4729325"/>
              <a:gd name="connsiteY0" fmla="*/ 109 h 4764694"/>
              <a:gd name="connsiteX1" fmla="*/ 4282822 w 4729325"/>
              <a:gd name="connsiteY1" fmla="*/ 421273 h 4764694"/>
              <a:gd name="connsiteX2" fmla="*/ 3747220 w 4729325"/>
              <a:gd name="connsiteY2" fmla="*/ 3734650 h 4764694"/>
              <a:gd name="connsiteX3" fmla="*/ 446504 w 4729325"/>
              <a:gd name="connsiteY3" fmla="*/ 4343421 h 4764694"/>
              <a:gd name="connsiteX4" fmla="*/ 982106 w 4729325"/>
              <a:gd name="connsiteY4" fmla="*/ 1030045 h 4764694"/>
              <a:gd name="connsiteX5" fmla="*/ 3182230 w 4729325"/>
              <a:gd name="connsiteY5" fmla="*/ 109 h 476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9325" h="4764694">
                <a:moveTo>
                  <a:pt x="3182230" y="109"/>
                </a:moveTo>
                <a:cubicBezTo>
                  <a:pt x="3609712" y="4486"/>
                  <a:pt x="3996485" y="141202"/>
                  <a:pt x="4282822" y="421273"/>
                </a:cubicBezTo>
                <a:cubicBezTo>
                  <a:pt x="5046387" y="1168129"/>
                  <a:pt x="4806591" y="2651578"/>
                  <a:pt x="3747220" y="3734650"/>
                </a:cubicBezTo>
                <a:cubicBezTo>
                  <a:pt x="2687850" y="4817721"/>
                  <a:pt x="1210069" y="5090277"/>
                  <a:pt x="446504" y="4343421"/>
                </a:cubicBezTo>
                <a:cubicBezTo>
                  <a:pt x="-317062" y="3596565"/>
                  <a:pt x="-77265" y="2113116"/>
                  <a:pt x="982106" y="1030045"/>
                </a:cubicBezTo>
                <a:cubicBezTo>
                  <a:pt x="1644213" y="353125"/>
                  <a:pt x="2469760" y="-7187"/>
                  <a:pt x="3182230" y="109"/>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129475"/>
            <a:ext cx="4304219" cy="4093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CF19ABAC-CEC0-3744-94EB-1D764E2366A2}" type="datetime1">
              <a:rPr lang="en-US" smtClean="0"/>
              <a:t>7/5/2026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384642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3907" y="1001715"/>
            <a:ext cx="4714998" cy="74676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129475"/>
            <a:ext cx="4714106" cy="4179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6" name="Rectangle 85">
            <a:extLst>
              <a:ext uri="{FF2B5EF4-FFF2-40B4-BE49-F238E27FC236}">
                <a16:creationId xmlns:a16="http://schemas.microsoft.com/office/drawing/2014/main" id="{CDFB919A-0FBE-5996-8285-F65A2832E27F}"/>
              </a:ext>
            </a:extLst>
          </p:cNvPr>
          <p:cNvSpPr/>
          <p:nvPr userDrawn="1"/>
        </p:nvSpPr>
        <p:spPr>
          <a:xfrm>
            <a:off x="5821681" y="634999"/>
            <a:ext cx="5736284"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Picture Placeholder 86">
            <a:extLst>
              <a:ext uri="{FF2B5EF4-FFF2-40B4-BE49-F238E27FC236}">
                <a16:creationId xmlns:a16="http://schemas.microsoft.com/office/drawing/2014/main" id="{17979BA9-1DC6-39F8-19D7-0BC804341A3A}"/>
              </a:ext>
            </a:extLst>
          </p:cNvPr>
          <p:cNvSpPr>
            <a:spLocks noGrp="1"/>
          </p:cNvSpPr>
          <p:nvPr>
            <p:ph type="pic" sz="quarter" idx="15"/>
          </p:nvPr>
        </p:nvSpPr>
        <p:spPr>
          <a:xfrm>
            <a:off x="6325159" y="1041818"/>
            <a:ext cx="4729325" cy="4764694"/>
          </a:xfrm>
          <a:custGeom>
            <a:avLst/>
            <a:gdLst>
              <a:gd name="connsiteX0" fmla="*/ 3182230 w 4729325"/>
              <a:gd name="connsiteY0" fmla="*/ 109 h 4764694"/>
              <a:gd name="connsiteX1" fmla="*/ 4282822 w 4729325"/>
              <a:gd name="connsiteY1" fmla="*/ 421273 h 4764694"/>
              <a:gd name="connsiteX2" fmla="*/ 3747220 w 4729325"/>
              <a:gd name="connsiteY2" fmla="*/ 3734650 h 4764694"/>
              <a:gd name="connsiteX3" fmla="*/ 446504 w 4729325"/>
              <a:gd name="connsiteY3" fmla="*/ 4343421 h 4764694"/>
              <a:gd name="connsiteX4" fmla="*/ 982106 w 4729325"/>
              <a:gd name="connsiteY4" fmla="*/ 1030045 h 4764694"/>
              <a:gd name="connsiteX5" fmla="*/ 3182230 w 4729325"/>
              <a:gd name="connsiteY5" fmla="*/ 109 h 476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9325" h="4764694">
                <a:moveTo>
                  <a:pt x="3182230" y="109"/>
                </a:moveTo>
                <a:cubicBezTo>
                  <a:pt x="3609712" y="4486"/>
                  <a:pt x="3996485" y="141202"/>
                  <a:pt x="4282822" y="421273"/>
                </a:cubicBezTo>
                <a:cubicBezTo>
                  <a:pt x="5046387" y="1168129"/>
                  <a:pt x="4806591" y="2651578"/>
                  <a:pt x="3747220" y="3734650"/>
                </a:cubicBezTo>
                <a:cubicBezTo>
                  <a:pt x="2687850" y="4817721"/>
                  <a:pt x="1210069" y="5090277"/>
                  <a:pt x="446504" y="4343421"/>
                </a:cubicBezTo>
                <a:cubicBezTo>
                  <a:pt x="-317062" y="3596565"/>
                  <a:pt x="-77265" y="2113116"/>
                  <a:pt x="982106" y="1030045"/>
                </a:cubicBezTo>
                <a:cubicBezTo>
                  <a:pt x="1644213" y="353125"/>
                  <a:pt x="2469760" y="-7187"/>
                  <a:pt x="3182230" y="109"/>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Growth marketing plan</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E2AAE019-E83D-CB42-A578-B360638D96E4}" type="datetime1">
              <a:rPr lang="en-US" smtClean="0"/>
              <a:t>7/5/2026</a:t>
            </a:fld>
            <a:endParaRPr lang="en-US" dirty="0"/>
          </a:p>
        </p:txBody>
      </p:sp>
    </p:spTree>
    <p:extLst>
      <p:ext uri="{BB962C8B-B14F-4D97-AF65-F5344CB8AC3E}">
        <p14:creationId xmlns:p14="http://schemas.microsoft.com/office/powerpoint/2010/main" val="8512366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24097" y="686054"/>
            <a:ext cx="4333731" cy="932688"/>
          </a:xfrm>
        </p:spPr>
        <p:txBody>
          <a:bodyPr anchor="b"/>
          <a:lstStyle>
            <a:lvl1pPr>
              <a:defRPr sz="3200"/>
            </a:lvl1pPr>
          </a:lstStyle>
          <a:p>
            <a:r>
              <a:rPr lang="en-US"/>
              <a:t>Click to edit Master title style</a:t>
            </a:r>
            <a:endParaRPr lang="en-US" dirty="0"/>
          </a:p>
        </p:txBody>
      </p:sp>
      <p:sp>
        <p:nvSpPr>
          <p:cNvPr id="3" name="Rectangle 2">
            <a:extLst>
              <a:ext uri="{FF2B5EF4-FFF2-40B4-BE49-F238E27FC236}">
                <a16:creationId xmlns:a16="http://schemas.microsoft.com/office/drawing/2014/main" id="{B5B9BC52-F4B9-40D3-13B2-C974CC90EF84}"/>
              </a:ext>
            </a:extLst>
          </p:cNvPr>
          <p:cNvSpPr/>
          <p:nvPr userDrawn="1"/>
        </p:nvSpPr>
        <p:spPr>
          <a:xfrm>
            <a:off x="0" y="634999"/>
            <a:ext cx="6370319"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34">
            <a:extLst>
              <a:ext uri="{FF2B5EF4-FFF2-40B4-BE49-F238E27FC236}">
                <a16:creationId xmlns:a16="http://schemas.microsoft.com/office/drawing/2014/main" id="{B5950EFE-356D-C8EA-2569-0F26EFFA4E3F}"/>
              </a:ext>
            </a:extLst>
          </p:cNvPr>
          <p:cNvSpPr>
            <a:spLocks noGrp="1"/>
          </p:cNvSpPr>
          <p:nvPr>
            <p:ph type="pic" sz="quarter" idx="15"/>
          </p:nvPr>
        </p:nvSpPr>
        <p:spPr>
          <a:xfrm>
            <a:off x="441959" y="1493440"/>
            <a:ext cx="5486400" cy="3867912"/>
          </a:xfrm>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a:ln>
            <a:noFill/>
          </a:ln>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34137" y="1748474"/>
            <a:ext cx="4323828" cy="46157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4ED57CA4-9B91-014F-9006-ED823B296BC5}" type="datetime1">
              <a:rPr lang="en-US" smtClean="0"/>
              <a:t>7/5/2026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293273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74563"/>
            <a:ext cx="4702537" cy="932688"/>
          </a:xfrm>
        </p:spPr>
        <p:txBody>
          <a:bodyPr anchor="b"/>
          <a:lstStyle>
            <a:lvl1pPr>
              <a:defRPr sz="3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156" y="1748474"/>
            <a:ext cx="4702537" cy="461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Rectangle 2">
            <a:extLst>
              <a:ext uri="{FF2B5EF4-FFF2-40B4-BE49-F238E27FC236}">
                <a16:creationId xmlns:a16="http://schemas.microsoft.com/office/drawing/2014/main" id="{2B6030CF-FEDC-475D-1C44-D1A9610C48BE}"/>
              </a:ext>
            </a:extLst>
          </p:cNvPr>
          <p:cNvSpPr/>
          <p:nvPr userDrawn="1"/>
        </p:nvSpPr>
        <p:spPr>
          <a:xfrm>
            <a:off x="5821680" y="634999"/>
            <a:ext cx="6370319"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34">
            <a:extLst>
              <a:ext uri="{FF2B5EF4-FFF2-40B4-BE49-F238E27FC236}">
                <a16:creationId xmlns:a16="http://schemas.microsoft.com/office/drawing/2014/main" id="{28ECA86B-B2EE-7857-89AB-8C4E9F0712C9}"/>
              </a:ext>
            </a:extLst>
          </p:cNvPr>
          <p:cNvSpPr>
            <a:spLocks noGrp="1"/>
          </p:cNvSpPr>
          <p:nvPr>
            <p:ph type="pic" sz="quarter" idx="15"/>
          </p:nvPr>
        </p:nvSpPr>
        <p:spPr>
          <a:xfrm>
            <a:off x="6263639" y="1493440"/>
            <a:ext cx="5486400" cy="3867912"/>
          </a:xfrm>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a:ln>
            <a:noFill/>
          </a:ln>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5B19DAFB-FAB1-764F-BE9B-0C575278000C}" type="datetime1">
              <a:rPr lang="en-US" smtClean="0"/>
              <a:t>7/5/2026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2504817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634999"/>
            <a:ext cx="3345301" cy="1113476"/>
          </a:xfrm>
        </p:spPr>
        <p:txBody>
          <a:bodyPr anchor="t">
            <a:noAutofit/>
          </a:bodyPr>
          <a:lstStyle>
            <a:lvl1pPr>
              <a:defRPr sz="3600"/>
            </a:lvl1pPr>
          </a:lstStyle>
          <a:p>
            <a:r>
              <a:rPr lang="en-US"/>
              <a:t>Click to edit Master title style</a:t>
            </a:r>
            <a:endParaRPr lang="en-US" dirty="0"/>
          </a:p>
        </p:txBody>
      </p:sp>
      <p:sp>
        <p:nvSpPr>
          <p:cNvPr id="3" name="Rectangle 2">
            <a:extLst>
              <a:ext uri="{FF2B5EF4-FFF2-40B4-BE49-F238E27FC236}">
                <a16:creationId xmlns:a16="http://schemas.microsoft.com/office/drawing/2014/main" id="{37101BBF-E06C-C8BD-9613-D1E0E2997D96}"/>
              </a:ext>
            </a:extLst>
          </p:cNvPr>
          <p:cNvSpPr/>
          <p:nvPr userDrawn="1"/>
        </p:nvSpPr>
        <p:spPr>
          <a:xfrm>
            <a:off x="0" y="634999"/>
            <a:ext cx="7517219"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Picture Placeholder 34">
            <a:extLst>
              <a:ext uri="{FF2B5EF4-FFF2-40B4-BE49-F238E27FC236}">
                <a16:creationId xmlns:a16="http://schemas.microsoft.com/office/drawing/2014/main" id="{EC6F8BE1-DBF8-9F46-A1A0-170BE0AC9F44}"/>
              </a:ext>
            </a:extLst>
          </p:cNvPr>
          <p:cNvSpPr>
            <a:spLocks noGrp="1"/>
          </p:cNvSpPr>
          <p:nvPr>
            <p:ph type="pic" sz="quarter" idx="18"/>
          </p:nvPr>
        </p:nvSpPr>
        <p:spPr>
          <a:xfrm>
            <a:off x="441959" y="1096133"/>
            <a:ext cx="6618060" cy="4665732"/>
          </a:xfrm>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a:ln>
            <a:noFill/>
          </a:ln>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129475"/>
            <a:ext cx="3345301" cy="4093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2FF7BC53-6B45-7742-9EBA-CB5E7E199EB6}" type="datetime1">
              <a:rPr lang="en-US" smtClean="0"/>
              <a:t>7/5/2026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dirty="0"/>
              <a:t>Growth marketing plan</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839074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9"/>
            <a:ext cx="3376160" cy="1122375"/>
          </a:xfrm>
        </p:spPr>
        <p:txBody>
          <a:bodyPr anchor="t">
            <a:no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157" y="2138375"/>
            <a:ext cx="3376160" cy="40846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a:extLst>
              <a:ext uri="{FF2B5EF4-FFF2-40B4-BE49-F238E27FC236}">
                <a16:creationId xmlns:a16="http://schemas.microsoft.com/office/drawing/2014/main" id="{C4EE5DEB-00A0-C51B-6DFC-390A6C17BC52}"/>
              </a:ext>
            </a:extLst>
          </p:cNvPr>
          <p:cNvSpPr/>
          <p:nvPr userDrawn="1"/>
        </p:nvSpPr>
        <p:spPr>
          <a:xfrm>
            <a:off x="4674781" y="634999"/>
            <a:ext cx="7517219"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Picture Placeholder 34">
            <a:extLst>
              <a:ext uri="{FF2B5EF4-FFF2-40B4-BE49-F238E27FC236}">
                <a16:creationId xmlns:a16="http://schemas.microsoft.com/office/drawing/2014/main" id="{09BDCEA9-FCD8-BF3F-D744-F8CFFB64D0A4}"/>
              </a:ext>
            </a:extLst>
          </p:cNvPr>
          <p:cNvSpPr>
            <a:spLocks noGrp="1"/>
          </p:cNvSpPr>
          <p:nvPr>
            <p:ph type="pic" sz="quarter" idx="18"/>
          </p:nvPr>
        </p:nvSpPr>
        <p:spPr>
          <a:xfrm>
            <a:off x="5116740" y="1096133"/>
            <a:ext cx="6618060" cy="4665732"/>
          </a:xfrm>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a:ln>
            <a:noFill/>
          </a:ln>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1067625" cy="365125"/>
          </a:xfrm>
        </p:spPr>
        <p:txBody>
          <a:bodyPr/>
          <a:lstStyle/>
          <a:p>
            <a:fld id="{A5B05B6C-DEDB-7544-9F53-A4801D50D3DC}" type="datetime1">
              <a:rPr lang="en-US" smtClean="0"/>
              <a:t>7/5/2026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204785" y="6453002"/>
            <a:ext cx="2805405" cy="365125"/>
          </a:xfrm>
        </p:spPr>
        <p:txBody>
          <a:bodyPr/>
          <a:lstStyle>
            <a:lvl1pPr>
              <a:defRPr>
                <a:solidFill>
                  <a:schemeClr val="tx1"/>
                </a:solidFill>
                <a:effectLst/>
              </a:defRPr>
            </a:lvl1p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96552692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43102" y="1001716"/>
            <a:ext cx="3214862" cy="1503373"/>
          </a:xfrm>
        </p:spPr>
        <p:txBody>
          <a:bodyPr anchor="t"/>
          <a:lstStyle/>
          <a:p>
            <a:r>
              <a:rPr lang="en-US"/>
              <a:t>Click to edit Master title style</a:t>
            </a:r>
            <a:endParaRPr lang="en-US" dirty="0"/>
          </a:p>
        </p:txBody>
      </p:sp>
      <p:sp>
        <p:nvSpPr>
          <p:cNvPr id="3" name="Rectangle 2">
            <a:extLst>
              <a:ext uri="{FF2B5EF4-FFF2-40B4-BE49-F238E27FC236}">
                <a16:creationId xmlns:a16="http://schemas.microsoft.com/office/drawing/2014/main" id="{2E9CDADF-7E36-EBE1-34D0-785EEE3139B3}"/>
              </a:ext>
            </a:extLst>
          </p:cNvPr>
          <p:cNvSpPr/>
          <p:nvPr userDrawn="1"/>
        </p:nvSpPr>
        <p:spPr>
          <a:xfrm>
            <a:off x="0" y="634999"/>
            <a:ext cx="7517219" cy="558800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34">
            <a:extLst>
              <a:ext uri="{FF2B5EF4-FFF2-40B4-BE49-F238E27FC236}">
                <a16:creationId xmlns:a16="http://schemas.microsoft.com/office/drawing/2014/main" id="{04761C5D-E8A4-64AA-78FD-E268D115AC68}"/>
              </a:ext>
            </a:extLst>
          </p:cNvPr>
          <p:cNvSpPr>
            <a:spLocks noGrp="1"/>
          </p:cNvSpPr>
          <p:nvPr>
            <p:ph type="pic" sz="quarter" idx="18"/>
          </p:nvPr>
        </p:nvSpPr>
        <p:spPr>
          <a:xfrm>
            <a:off x="441959" y="1096133"/>
            <a:ext cx="6618060" cy="4665732"/>
          </a:xfrm>
          <a:custGeom>
            <a:avLst/>
            <a:gdLst>
              <a:gd name="connsiteX0" fmla="*/ 2743200 w 5486400"/>
              <a:gd name="connsiteY0" fmla="*/ 0 h 3871118"/>
              <a:gd name="connsiteX1" fmla="*/ 5486400 w 5486400"/>
              <a:gd name="connsiteY1" fmla="*/ 1943100 h 3871118"/>
              <a:gd name="connsiteX2" fmla="*/ 3296051 w 5486400"/>
              <a:gd name="connsiteY2" fmla="*/ 3846723 h 3871118"/>
              <a:gd name="connsiteX3" fmla="*/ 3070390 w 5486400"/>
              <a:gd name="connsiteY3" fmla="*/ 3871118 h 3871118"/>
              <a:gd name="connsiteX4" fmla="*/ 2416010 w 5486400"/>
              <a:gd name="connsiteY4" fmla="*/ 3871118 h 3871118"/>
              <a:gd name="connsiteX5" fmla="*/ 2190349 w 5486400"/>
              <a:gd name="connsiteY5" fmla="*/ 3846723 h 3871118"/>
              <a:gd name="connsiteX6" fmla="*/ 0 w 5486400"/>
              <a:gd name="connsiteY6" fmla="*/ 1943100 h 3871118"/>
              <a:gd name="connsiteX7" fmla="*/ 2743200 w 5486400"/>
              <a:gd name="connsiteY7" fmla="*/ 0 h 38711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6400" h="3871118">
                <a:moveTo>
                  <a:pt x="2743200" y="0"/>
                </a:moveTo>
                <a:cubicBezTo>
                  <a:pt x="4258228" y="0"/>
                  <a:pt x="5486400" y="869956"/>
                  <a:pt x="5486400" y="1943100"/>
                </a:cubicBezTo>
                <a:cubicBezTo>
                  <a:pt x="5486400" y="2882101"/>
                  <a:pt x="4546081" y="3665536"/>
                  <a:pt x="3296051" y="3846723"/>
                </a:cubicBezTo>
                <a:lnTo>
                  <a:pt x="3070390" y="3871118"/>
                </a:lnTo>
                <a:lnTo>
                  <a:pt x="2416010" y="3871118"/>
                </a:lnTo>
                <a:lnTo>
                  <a:pt x="2190349" y="3846723"/>
                </a:lnTo>
                <a:cubicBezTo>
                  <a:pt x="940320" y="3665536"/>
                  <a:pt x="0" y="2882101"/>
                  <a:pt x="0" y="1943100"/>
                </a:cubicBezTo>
                <a:cubicBezTo>
                  <a:pt x="0" y="869956"/>
                  <a:pt x="1228172" y="0"/>
                  <a:pt x="2743200" y="0"/>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a:ln>
            <a:noFill/>
          </a:ln>
        </p:spPr>
        <p:txBody>
          <a:bodyPr wrap="square">
            <a:noAutofit/>
          </a:bodyPr>
          <a:lstStyle/>
          <a:p>
            <a:r>
              <a:rPr lang="en-US"/>
              <a:t>Click icon to add picture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44096" y="2877190"/>
            <a:ext cx="3214862" cy="3345810"/>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F67BC866-C4B3-4A49-A8DC-A0BE5C9E8ADF}" type="datetime1">
              <a:rPr lang="en-US" smtClean="0"/>
              <a:t>7/5/2026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168488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3907" y="1001715"/>
            <a:ext cx="4714998" cy="746760"/>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030" y="2129475"/>
            <a:ext cx="4714106" cy="4179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Rectangle 2">
            <a:extLst>
              <a:ext uri="{FF2B5EF4-FFF2-40B4-BE49-F238E27FC236}">
                <a16:creationId xmlns:a16="http://schemas.microsoft.com/office/drawing/2014/main" id="{D9EE1F0A-D57B-4C33-44C2-D2BF9B19B487}"/>
              </a:ext>
            </a:extLst>
          </p:cNvPr>
          <p:cNvSpPr/>
          <p:nvPr userDrawn="1"/>
        </p:nvSpPr>
        <p:spPr>
          <a:xfrm>
            <a:off x="5821681" y="0"/>
            <a:ext cx="5736284" cy="681812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Picture Placeholder 61">
            <a:extLst>
              <a:ext uri="{FF2B5EF4-FFF2-40B4-BE49-F238E27FC236}">
                <a16:creationId xmlns:a16="http://schemas.microsoft.com/office/drawing/2014/main" id="{FB73C4F7-F062-427F-E6F1-8992FE31EDC8}"/>
              </a:ext>
            </a:extLst>
          </p:cNvPr>
          <p:cNvSpPr>
            <a:spLocks noGrp="1"/>
          </p:cNvSpPr>
          <p:nvPr>
            <p:ph type="pic" sz="quarter" idx="15"/>
          </p:nvPr>
        </p:nvSpPr>
        <p:spPr>
          <a:xfrm>
            <a:off x="6325161" y="1041818"/>
            <a:ext cx="4729325" cy="4764694"/>
          </a:xfrm>
          <a:custGeom>
            <a:avLst/>
            <a:gdLst>
              <a:gd name="connsiteX0" fmla="*/ 3182230 w 4729325"/>
              <a:gd name="connsiteY0" fmla="*/ 109 h 4764694"/>
              <a:gd name="connsiteX1" fmla="*/ 4282822 w 4729325"/>
              <a:gd name="connsiteY1" fmla="*/ 421273 h 4764694"/>
              <a:gd name="connsiteX2" fmla="*/ 3747220 w 4729325"/>
              <a:gd name="connsiteY2" fmla="*/ 3734650 h 4764694"/>
              <a:gd name="connsiteX3" fmla="*/ 446504 w 4729325"/>
              <a:gd name="connsiteY3" fmla="*/ 4343421 h 4764694"/>
              <a:gd name="connsiteX4" fmla="*/ 982106 w 4729325"/>
              <a:gd name="connsiteY4" fmla="*/ 1030045 h 4764694"/>
              <a:gd name="connsiteX5" fmla="*/ 3182230 w 4729325"/>
              <a:gd name="connsiteY5" fmla="*/ 109 h 4764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29325" h="4764694">
                <a:moveTo>
                  <a:pt x="3182230" y="109"/>
                </a:moveTo>
                <a:cubicBezTo>
                  <a:pt x="3609712" y="4486"/>
                  <a:pt x="3996485" y="141202"/>
                  <a:pt x="4282822" y="421273"/>
                </a:cubicBezTo>
                <a:cubicBezTo>
                  <a:pt x="5046387" y="1168129"/>
                  <a:pt x="4806591" y="2651578"/>
                  <a:pt x="3747220" y="3734650"/>
                </a:cubicBezTo>
                <a:cubicBezTo>
                  <a:pt x="2687850" y="4817721"/>
                  <a:pt x="1210069" y="5090277"/>
                  <a:pt x="446504" y="4343421"/>
                </a:cubicBezTo>
                <a:cubicBezTo>
                  <a:pt x="-317062" y="3596565"/>
                  <a:pt x="-77265" y="2113116"/>
                  <a:pt x="982106" y="1030045"/>
                </a:cubicBezTo>
                <a:cubicBezTo>
                  <a:pt x="1644213" y="353125"/>
                  <a:pt x="2469760" y="-7187"/>
                  <a:pt x="3182230" y="109"/>
                </a:cubicBezTo>
                <a:close/>
              </a:path>
            </a:pathLst>
          </a:custGeom>
          <a:blipFill dpi="0" rotWithShape="1">
            <a:blip r:embed="rId2" cstate="screen">
              <a:alphaModFix amt="60000"/>
              <a:extLst>
                <a:ext uri="{28A0092B-C50C-407E-A947-70E740481C1C}">
                  <a14:useLocalDpi xmlns:a14="http://schemas.microsoft.com/office/drawing/2010/main"/>
                </a:ext>
              </a:extLst>
            </a:blip>
            <a:srcRect/>
            <a:stretch>
              <a:fillRect/>
            </a:stretch>
          </a:blipFill>
        </p:spPr>
        <p:txBody>
          <a:bodyPr wrap="square">
            <a:noAutofit/>
          </a:bodyPr>
          <a:lstStyle/>
          <a:p>
            <a:r>
              <a:rPr lang="en-US"/>
              <a:t>Click icon to add picture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6453002"/>
            <a:ext cx="2031073" cy="365125"/>
          </a:xfrm>
        </p:spPr>
        <p:txBody>
          <a:bodyPr/>
          <a:lstStyle/>
          <a:p>
            <a:fld id="{E2AAE019-E83D-CB42-A578-B360638D96E4}" type="datetime1">
              <a:rPr lang="en-US" smtClean="0"/>
              <a:t>7/5/2026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Growth marketing plan</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0753271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3.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5.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4.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41">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42">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43">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44">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6A0A5BC3-F280-874C-BA55-1A6C5B1523D3}" type="datetime1">
              <a:rPr lang="en-US" smtClean="0"/>
              <a:pPr/>
              <a:t>7/5/2026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a:t>Growth marketing plan</a:t>
            </a:r>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87409089"/>
      </p:ext>
    </p:extLst>
  </p:cSld>
  <p:clrMap bg1="dk1" tx1="lt1" bg2="dk2" tx2="lt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 id="2147483839" r:id="rId20"/>
    <p:sldLayoutId id="2147483841" r:id="rId21"/>
    <p:sldLayoutId id="2147483842" r:id="rId22"/>
    <p:sldLayoutId id="2147483844" r:id="rId23"/>
    <p:sldLayoutId id="2147483845" r:id="rId24"/>
    <p:sldLayoutId id="2147483766" r:id="rId25"/>
    <p:sldLayoutId id="2147483767" r:id="rId26"/>
    <p:sldLayoutId id="2147483773" r:id="rId27"/>
    <p:sldLayoutId id="2147483779" r:id="rId28"/>
    <p:sldLayoutId id="2147483780" r:id="rId29"/>
    <p:sldLayoutId id="2147483781" r:id="rId30"/>
    <p:sldLayoutId id="2147483782" r:id="rId31"/>
    <p:sldLayoutId id="2147483783" r:id="rId32"/>
    <p:sldLayoutId id="2147483784" r:id="rId33"/>
    <p:sldLayoutId id="2147483785" r:id="rId34"/>
    <p:sldLayoutId id="2147483786" r:id="rId35"/>
    <p:sldLayoutId id="2147483787" r:id="rId36"/>
    <p:sldLayoutId id="2147483788" r:id="rId37"/>
    <p:sldLayoutId id="2147483789" r:id="rId38"/>
    <p:sldLayoutId id="2147483818" r:id="rId39"/>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journals.openedition.org/lisa/806" TargetMode="External"/><Relationship Id="rId2" Type="http://schemas.openxmlformats.org/officeDocument/2006/relationships/hyperlink" Target="https://namle.org/resources/key-questions-for-analyzing-media/" TargetMode="External"/><Relationship Id="rId1" Type="http://schemas.openxmlformats.org/officeDocument/2006/relationships/slideLayout" Target="../slideLayouts/slideLayout8.xml"/><Relationship Id="rId4" Type="http://schemas.openxmlformats.org/officeDocument/2006/relationships/hyperlink" Target="https://nbcuacademy.com/black-women-stereotype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0.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12.jpg"/><Relationship Id="rId2" Type="http://schemas.openxmlformats.org/officeDocument/2006/relationships/image" Target="../media/image1.jpeg"/><Relationship Id="rId1" Type="http://schemas.openxmlformats.org/officeDocument/2006/relationships/slideLayout" Target="../slideLayouts/slideLayout20.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2.png"/><Relationship Id="rId7" Type="http://schemas.openxmlformats.org/officeDocument/2006/relationships/image" Target="../media/image13.jpg"/><Relationship Id="rId2" Type="http://schemas.openxmlformats.org/officeDocument/2006/relationships/image" Target="../media/image1.jpeg"/><Relationship Id="rId1" Type="http://schemas.openxmlformats.org/officeDocument/2006/relationships/slideLayout" Target="../slideLayouts/slideLayout18.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hyperlink" Target="https://www.rottentomatoes.com/m/sinners_2025/cast-and-crew" TargetMode="External"/><Relationship Id="rId4" Type="http://schemas.openxmlformats.org/officeDocument/2006/relationships/image" Target="../media/image3.png"/><Relationship Id="rId9" Type="http://schemas.openxmlformats.org/officeDocument/2006/relationships/hyperlink" Target="https://www.imdb.com/title/tt31193180/plotsummary/"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4.jpg"/><Relationship Id="rId2" Type="http://schemas.openxmlformats.org/officeDocument/2006/relationships/image" Target="../media/image1.jpeg"/><Relationship Id="rId1" Type="http://schemas.openxmlformats.org/officeDocument/2006/relationships/slideLayout" Target="../slideLayouts/slideLayout18.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3" Type="http://schemas.openxmlformats.org/officeDocument/2006/relationships/hyperlink" Target="https://jimcrowmuseum.ferris.edu/jezebel/index.htm" TargetMode="External"/><Relationship Id="rId2" Type="http://schemas.openxmlformats.org/officeDocument/2006/relationships/hyperlink" Target="http://journals.openedition.org/lisa/806"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7989-07E4-B482-9F2A-EBF670F7FA92}"/>
              </a:ext>
            </a:extLst>
          </p:cNvPr>
          <p:cNvSpPr>
            <a:spLocks noGrp="1"/>
          </p:cNvSpPr>
          <p:nvPr>
            <p:ph type="ctrTitle"/>
          </p:nvPr>
        </p:nvSpPr>
        <p:spPr>
          <a:xfrm>
            <a:off x="1154954" y="1447800"/>
            <a:ext cx="9444621" cy="3329581"/>
          </a:xfrm>
        </p:spPr>
        <p:txBody>
          <a:bodyPr/>
          <a:lstStyle/>
          <a:p>
            <a:r>
              <a:rPr lang="en-US" sz="6600" dirty="0"/>
              <a:t>Signature Assignment-</a:t>
            </a:r>
            <a:br>
              <a:rPr lang="en-US" sz="6600" dirty="0"/>
            </a:br>
            <a:r>
              <a:rPr lang="en-US" sz="6000" dirty="0"/>
              <a:t>Being Seen-The Presentation</a:t>
            </a:r>
            <a:endParaRPr lang="en-US" sz="6600" dirty="0"/>
          </a:p>
        </p:txBody>
      </p:sp>
      <p:sp>
        <p:nvSpPr>
          <p:cNvPr id="3" name="Subtitle 2">
            <a:extLst>
              <a:ext uri="{FF2B5EF4-FFF2-40B4-BE49-F238E27FC236}">
                <a16:creationId xmlns:a16="http://schemas.microsoft.com/office/drawing/2014/main" id="{363CF5F8-0028-8636-5006-5D5C52B32774}"/>
              </a:ext>
            </a:extLst>
          </p:cNvPr>
          <p:cNvSpPr>
            <a:spLocks noGrp="1"/>
          </p:cNvSpPr>
          <p:nvPr>
            <p:ph type="subTitle" idx="1"/>
          </p:nvPr>
        </p:nvSpPr>
        <p:spPr/>
        <p:txBody>
          <a:bodyPr>
            <a:normAutofit fontScale="70000" lnSpcReduction="20000"/>
          </a:bodyPr>
          <a:lstStyle/>
          <a:p>
            <a:r>
              <a:rPr lang="en-US" dirty="0"/>
              <a:t>Nyree Brown</a:t>
            </a:r>
          </a:p>
          <a:p>
            <a:r>
              <a:rPr lang="en-US" dirty="0"/>
              <a:t>July 5, 2026</a:t>
            </a:r>
          </a:p>
          <a:p>
            <a:r>
              <a:rPr lang="en-US" dirty="0"/>
              <a:t>ENG 6813. SU26</a:t>
            </a:r>
          </a:p>
        </p:txBody>
      </p:sp>
    </p:spTree>
    <p:extLst>
      <p:ext uri="{BB962C8B-B14F-4D97-AF65-F5344CB8AC3E}">
        <p14:creationId xmlns:p14="http://schemas.microsoft.com/office/powerpoint/2010/main" val="1773831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52758-8E91-A63A-19BF-5F4F47199D0B}"/>
              </a:ext>
            </a:extLst>
          </p:cNvPr>
          <p:cNvSpPr>
            <a:spLocks noGrp="1"/>
          </p:cNvSpPr>
          <p:nvPr>
            <p:ph type="title"/>
          </p:nvPr>
        </p:nvSpPr>
        <p:spPr/>
        <p:txBody>
          <a:bodyPr/>
          <a:lstStyle/>
          <a:p>
            <a:r>
              <a:rPr lang="en-US" dirty="0"/>
              <a:t>Course Context Changes</a:t>
            </a:r>
          </a:p>
        </p:txBody>
      </p:sp>
      <p:sp>
        <p:nvSpPr>
          <p:cNvPr id="3" name="Content Placeholder 2">
            <a:extLst>
              <a:ext uri="{FF2B5EF4-FFF2-40B4-BE49-F238E27FC236}">
                <a16:creationId xmlns:a16="http://schemas.microsoft.com/office/drawing/2014/main" id="{6FECB541-4D71-F004-E96F-2735D64FAC45}"/>
              </a:ext>
            </a:extLst>
          </p:cNvPr>
          <p:cNvSpPr>
            <a:spLocks noGrp="1"/>
          </p:cNvSpPr>
          <p:nvPr>
            <p:ph idx="1"/>
          </p:nvPr>
        </p:nvSpPr>
        <p:spPr>
          <a:xfrm>
            <a:off x="569167" y="1110343"/>
            <a:ext cx="10832841" cy="5365102"/>
          </a:xfrm>
        </p:spPr>
        <p:txBody>
          <a:bodyPr>
            <a:normAutofit lnSpcReduction="10000"/>
          </a:bodyPr>
          <a:lstStyle/>
          <a:p>
            <a:r>
              <a:rPr lang="en-US" dirty="0"/>
              <a:t>Numerous Items have changed in my vision for this course.</a:t>
            </a:r>
          </a:p>
          <a:p>
            <a:pPr lvl="1"/>
            <a:r>
              <a:rPr lang="en-US" dirty="0"/>
              <a:t>Starting with the theme of the course “Analyzing literature, film, visual art, and music in a social/historical context to examine examples of black women in love: familiar, romantic, and community-based platonic love. ” as of May 24</a:t>
            </a:r>
            <a:r>
              <a:rPr lang="en-US" baseline="30000" dirty="0"/>
              <a:t>th </a:t>
            </a:r>
            <a:r>
              <a:rPr lang="en-US" dirty="0"/>
              <a:t>2026</a:t>
            </a:r>
          </a:p>
          <a:p>
            <a:pPr lvl="2"/>
            <a:r>
              <a:rPr lang="en-US" dirty="0"/>
              <a:t>I have a clearer focus and overall course goal that has a connection to what the student needs are outside of the classroom.  A major change is not focusing on love as the only lens, broadening students' ability to think critically, and not guiding them to a single viewpoint.</a:t>
            </a:r>
          </a:p>
          <a:p>
            <a:pPr lvl="1"/>
            <a:r>
              <a:rPr lang="en-US" dirty="0"/>
              <a:t>Course name Change: “Viewing the Black Women”</a:t>
            </a:r>
          </a:p>
          <a:p>
            <a:pPr lvl="1"/>
            <a:r>
              <a:rPr lang="en-US" dirty="0"/>
              <a:t>Instead of being housed under the humanities, it would align with an African Diaspora studies department.</a:t>
            </a:r>
          </a:p>
          <a:p>
            <a:pPr lvl="1"/>
            <a:r>
              <a:rPr lang="en-US" dirty="0"/>
              <a:t>For this signature assignment, I started with the student goals, which anchor the assignment, utilizing backward design.</a:t>
            </a:r>
          </a:p>
          <a:p>
            <a:pPr lvl="1"/>
            <a:r>
              <a:rPr lang="en-US" dirty="0">
                <a:solidFill>
                  <a:srgbClr val="FFFFFF"/>
                </a:solidFill>
              </a:rPr>
              <a:t>Course design has more of an intent on scaffolding</a:t>
            </a:r>
          </a:p>
          <a:p>
            <a:pPr lvl="1"/>
            <a:r>
              <a:rPr lang="en-US" dirty="0"/>
              <a:t> Modality change to be Mixed mode when originally designed based on online modality.</a:t>
            </a:r>
          </a:p>
          <a:p>
            <a:pPr lvl="1"/>
            <a:r>
              <a:rPr lang="en-US" dirty="0"/>
              <a:t>Previously was a supporter of a No AI use policy, but I have changed my approach to integrate AI to be specific to the assignment given.</a:t>
            </a:r>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3276058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53691-1E29-F958-4516-21E9C6C6CB18}"/>
              </a:ext>
            </a:extLst>
          </p:cNvPr>
          <p:cNvSpPr>
            <a:spLocks noGrp="1"/>
          </p:cNvSpPr>
          <p:nvPr>
            <p:ph type="ctrTitle"/>
          </p:nvPr>
        </p:nvSpPr>
        <p:spPr>
          <a:xfrm>
            <a:off x="987004" y="1219200"/>
            <a:ext cx="8825658" cy="1483675"/>
          </a:xfrm>
        </p:spPr>
        <p:txBody>
          <a:bodyPr/>
          <a:lstStyle/>
          <a:p>
            <a:r>
              <a:rPr lang="en-US" dirty="0"/>
              <a:t>Course Goal</a:t>
            </a:r>
            <a:br>
              <a:rPr lang="en-US" dirty="0"/>
            </a:br>
            <a:r>
              <a:rPr lang="en-US" sz="3200" dirty="0"/>
              <a:t>Viewing the Black Women</a:t>
            </a:r>
            <a:endParaRPr lang="en-US" dirty="0"/>
          </a:p>
        </p:txBody>
      </p:sp>
      <p:sp>
        <p:nvSpPr>
          <p:cNvPr id="3" name="Subtitle 2">
            <a:extLst>
              <a:ext uri="{FF2B5EF4-FFF2-40B4-BE49-F238E27FC236}">
                <a16:creationId xmlns:a16="http://schemas.microsoft.com/office/drawing/2014/main" id="{C381D02A-DEE6-74A5-CC43-203D9041654D}"/>
              </a:ext>
            </a:extLst>
          </p:cNvPr>
          <p:cNvSpPr>
            <a:spLocks noGrp="1"/>
          </p:cNvSpPr>
          <p:nvPr>
            <p:ph type="subTitle" idx="1"/>
          </p:nvPr>
        </p:nvSpPr>
        <p:spPr>
          <a:xfrm>
            <a:off x="987004" y="3001400"/>
            <a:ext cx="9332653" cy="2114886"/>
          </a:xfrm>
        </p:spPr>
        <p:txBody>
          <a:bodyPr>
            <a:normAutofit fontScale="92500" lnSpcReduction="10000"/>
          </a:bodyPr>
          <a:lstStyle/>
          <a:p>
            <a:r>
              <a:rPr lang="en-US" dirty="0">
                <a:solidFill>
                  <a:schemeClr val="tx1"/>
                </a:solidFill>
              </a:rPr>
              <a:t>By the end of the semester, students will be able to construct and defend a research-supported argument about how Black women are portrayed in media (painting, text, film, photograph, song, etc.), citing credible sources to support their position. Students will build cultural awareness and compassion, which are needed to critically engage with representation and bias in the news, advertising, and entertainment media.</a:t>
            </a:r>
          </a:p>
        </p:txBody>
      </p:sp>
    </p:spTree>
    <p:extLst>
      <p:ext uri="{BB962C8B-B14F-4D97-AF65-F5344CB8AC3E}">
        <p14:creationId xmlns:p14="http://schemas.microsoft.com/office/powerpoint/2010/main" val="2032650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F8BDE-5401-629F-833C-3B2919397616}"/>
              </a:ext>
            </a:extLst>
          </p:cNvPr>
          <p:cNvSpPr>
            <a:spLocks noGrp="1"/>
          </p:cNvSpPr>
          <p:nvPr>
            <p:ph type="title"/>
          </p:nvPr>
        </p:nvSpPr>
        <p:spPr>
          <a:xfrm>
            <a:off x="1154953" y="744117"/>
            <a:ext cx="3401064" cy="903514"/>
          </a:xfrm>
        </p:spPr>
        <p:txBody>
          <a:bodyPr/>
          <a:lstStyle/>
          <a:p>
            <a:r>
              <a:rPr lang="en-US" dirty="0"/>
              <a:t>Delivery Context</a:t>
            </a:r>
          </a:p>
        </p:txBody>
      </p:sp>
      <p:sp>
        <p:nvSpPr>
          <p:cNvPr id="3" name="Content Placeholder 2">
            <a:extLst>
              <a:ext uri="{FF2B5EF4-FFF2-40B4-BE49-F238E27FC236}">
                <a16:creationId xmlns:a16="http://schemas.microsoft.com/office/drawing/2014/main" id="{E361027E-A33B-9448-E3B1-10B84F72C042}"/>
              </a:ext>
            </a:extLst>
          </p:cNvPr>
          <p:cNvSpPr>
            <a:spLocks noGrp="1"/>
          </p:cNvSpPr>
          <p:nvPr>
            <p:ph idx="1"/>
          </p:nvPr>
        </p:nvSpPr>
        <p:spPr/>
        <p:txBody>
          <a:bodyPr/>
          <a:lstStyle/>
          <a:p>
            <a:pPr marL="0" indent="0">
              <a:buNone/>
            </a:pPr>
            <a:r>
              <a:rPr lang="en-US" dirty="0"/>
              <a:t>At the time of this assignment, we would have previously discussed these topics:</a:t>
            </a:r>
          </a:p>
          <a:p>
            <a:r>
              <a:rPr lang="en-US" dirty="0"/>
              <a:t>key terms/ Influential people: “Black women, stereotype; Maya Angelou, Bell Hooks</a:t>
            </a:r>
          </a:p>
          <a:p>
            <a:r>
              <a:rPr lang="en-US" dirty="0"/>
              <a:t>Major stereotypes: Mammy, Jezebel, Light skin(Mulatto), Angry black women</a:t>
            </a:r>
          </a:p>
          <a:p>
            <a:r>
              <a:rPr lang="en-US" dirty="0"/>
              <a:t> Conducted a case study on at least one poem, TikTok, a painting, and the film Sinners.</a:t>
            </a:r>
          </a:p>
        </p:txBody>
      </p:sp>
      <p:sp>
        <p:nvSpPr>
          <p:cNvPr id="4" name="Text Placeholder 3">
            <a:extLst>
              <a:ext uri="{FF2B5EF4-FFF2-40B4-BE49-F238E27FC236}">
                <a16:creationId xmlns:a16="http://schemas.microsoft.com/office/drawing/2014/main" id="{800D62F0-2A14-A9A6-2648-A94BE1111F6A}"/>
              </a:ext>
            </a:extLst>
          </p:cNvPr>
          <p:cNvSpPr>
            <a:spLocks noGrp="1"/>
          </p:cNvSpPr>
          <p:nvPr>
            <p:ph type="body" sz="half" idx="2"/>
          </p:nvPr>
        </p:nvSpPr>
        <p:spPr>
          <a:xfrm>
            <a:off x="1154954" y="1940767"/>
            <a:ext cx="3401063" cy="3721359"/>
          </a:xfrm>
        </p:spPr>
        <p:txBody>
          <a:bodyPr>
            <a:normAutofit/>
          </a:bodyPr>
          <a:lstStyle/>
          <a:p>
            <a:r>
              <a:rPr lang="en-US" dirty="0"/>
              <a:t>Readings:</a:t>
            </a:r>
          </a:p>
          <a:p>
            <a:pPr marL="285750" indent="-285750">
              <a:buFont typeface="Arial" panose="020B0604020202020204" pitchFamily="34" charset="0"/>
              <a:buChar char="•"/>
            </a:pPr>
            <a:r>
              <a:rPr lang="en-US" dirty="0"/>
              <a:t>Key Questions to Ask when Analyzing Media Experiences: </a:t>
            </a:r>
            <a:r>
              <a:rPr lang="en-US" dirty="0">
                <a:hlinkClick r:id="rId2"/>
              </a:rPr>
              <a:t>https://namle.org/resources/key-questions-for-analyzing-media/</a:t>
            </a:r>
            <a:r>
              <a:rPr lang="en-US" dirty="0"/>
              <a:t> </a:t>
            </a:r>
          </a:p>
          <a:p>
            <a:pPr marL="285750" indent="-285750">
              <a:buFont typeface="Arial" panose="020B0604020202020204" pitchFamily="34" charset="0"/>
              <a:buChar char="•"/>
            </a:pPr>
            <a:r>
              <a:rPr lang="en-US" dirty="0"/>
              <a:t>Black Women’s Identity: Stereotypes, Respectability and </a:t>
            </a:r>
            <a:r>
              <a:rPr lang="en-US" dirty="0" err="1"/>
              <a:t>Passionlessness</a:t>
            </a:r>
            <a:r>
              <a:rPr lang="en-US" dirty="0"/>
              <a:t> (1890-1930): </a:t>
            </a:r>
            <a:r>
              <a:rPr lang="en-US" dirty="0">
                <a:hlinkClick r:id="rId3"/>
              </a:rPr>
              <a:t>https://journals.openedition.org/lisa/806</a:t>
            </a:r>
            <a:r>
              <a:rPr lang="en-US" dirty="0"/>
              <a:t> </a:t>
            </a:r>
          </a:p>
          <a:p>
            <a:pPr marL="285750" indent="-285750">
              <a:buFont typeface="Arial" panose="020B0604020202020204" pitchFamily="34" charset="0"/>
              <a:buChar char="•"/>
            </a:pPr>
            <a:r>
              <a:rPr lang="en-US" dirty="0"/>
              <a:t>Understanding -and avoiding- stereotypes about Black Women in the News: </a:t>
            </a:r>
            <a:r>
              <a:rPr lang="en-US" dirty="0">
                <a:hlinkClick r:id="rId4"/>
              </a:rPr>
              <a:t>https://nbcuacademy.com/black-women-stereotypes/</a:t>
            </a:r>
            <a:r>
              <a:rPr lang="en-US" dirty="0"/>
              <a:t> </a:t>
            </a:r>
          </a:p>
        </p:txBody>
      </p:sp>
    </p:spTree>
    <p:extLst>
      <p:ext uri="{BB962C8B-B14F-4D97-AF65-F5344CB8AC3E}">
        <p14:creationId xmlns:p14="http://schemas.microsoft.com/office/powerpoint/2010/main" val="1183801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6CFC9F6-FFD3-F852-0522-CE2BCFC13C12}"/>
              </a:ext>
            </a:extLst>
          </p:cNvPr>
          <p:cNvSpPr txBox="1"/>
          <p:nvPr/>
        </p:nvSpPr>
        <p:spPr>
          <a:xfrm>
            <a:off x="823948" y="572763"/>
            <a:ext cx="4670437" cy="584775"/>
          </a:xfrm>
          <a:prstGeom prst="rect">
            <a:avLst/>
          </a:prstGeom>
          <a:noFill/>
        </p:spPr>
        <p:txBody>
          <a:bodyPr wrap="square" rtlCol="0">
            <a:spAutoFit/>
          </a:bodyPr>
          <a:lstStyle/>
          <a:p>
            <a:r>
              <a:rPr lang="en-US" sz="3200" dirty="0">
                <a:latin typeface="+mj-lt"/>
              </a:rPr>
              <a:t>Assignment goals</a:t>
            </a:r>
            <a:endParaRPr lang="en-US" sz="3200" dirty="0"/>
          </a:p>
        </p:txBody>
      </p:sp>
      <p:sp>
        <p:nvSpPr>
          <p:cNvPr id="5" name="TextBox 4">
            <a:extLst>
              <a:ext uri="{FF2B5EF4-FFF2-40B4-BE49-F238E27FC236}">
                <a16:creationId xmlns:a16="http://schemas.microsoft.com/office/drawing/2014/main" id="{350A50A5-8BA6-1B5D-AD63-1618BEF3A9B6}"/>
              </a:ext>
            </a:extLst>
          </p:cNvPr>
          <p:cNvSpPr txBox="1"/>
          <p:nvPr/>
        </p:nvSpPr>
        <p:spPr>
          <a:xfrm>
            <a:off x="693319" y="1340064"/>
            <a:ext cx="10111530" cy="4401205"/>
          </a:xfrm>
          <a:prstGeom prst="rect">
            <a:avLst/>
          </a:prstGeom>
          <a:noFill/>
        </p:spPr>
        <p:txBody>
          <a:bodyPr wrap="square" rtlCol="0">
            <a:spAutoFit/>
          </a:bodyPr>
          <a:lstStyle/>
          <a:p>
            <a:pPr marL="285750" indent="-285750">
              <a:buFont typeface="Arial" panose="020B0604020202020204" pitchFamily="34" charset="0"/>
              <a:buChar char="•"/>
            </a:pPr>
            <a:r>
              <a:rPr lang="en-US" sz="2000" dirty="0">
                <a:cs typeface="Times New Roman" panose="02020603050405020304" pitchFamily="18" charset="0"/>
              </a:rPr>
              <a:t>Students will select a piece of media (e.g., painting, text, film, photograph, song, or other artistic work) and conduct independent research to answer the question, "How are Black women being represented in this work?" </a:t>
            </a:r>
          </a:p>
          <a:p>
            <a:endParaRPr lang="en-US" sz="2000" dirty="0">
              <a:cs typeface="Times New Roman" panose="02020603050405020304" pitchFamily="18" charset="0"/>
            </a:endParaRPr>
          </a:p>
          <a:p>
            <a:pPr marL="285750" indent="-285750">
              <a:buFont typeface="Arial" panose="020B0604020202020204" pitchFamily="34" charset="0"/>
              <a:buChar char="•"/>
            </a:pPr>
            <a:r>
              <a:rPr lang="en-US" sz="2000" dirty="0">
                <a:cs typeface="Times New Roman" panose="02020603050405020304" pitchFamily="18" charset="0"/>
              </a:rPr>
              <a:t>Students will produce a presentation that (a) states a clear thesis addressing this question, (b) synthesizes evidence from at least 3 sources (which may include scholarly criticism, historical context, or artist/creator background), and (c) cites all sources. </a:t>
            </a:r>
          </a:p>
          <a:p>
            <a:endParaRPr lang="en-US" sz="2000" dirty="0">
              <a:cs typeface="Times New Roman" panose="02020603050405020304" pitchFamily="18" charset="0"/>
            </a:endParaRPr>
          </a:p>
          <a:p>
            <a:pPr marL="285750" indent="-285750">
              <a:buFont typeface="Arial" panose="020B0604020202020204" pitchFamily="34" charset="0"/>
              <a:buChar char="•"/>
            </a:pPr>
            <a:r>
              <a:rPr lang="en-US" sz="2000" dirty="0">
                <a:cs typeface="Times New Roman" panose="02020603050405020304" pitchFamily="18" charset="0"/>
              </a:rPr>
              <a:t>Students will also reflect on their experience creating the presentation, addressing why they chose that piece, what they learned about their chosen topic, how their research process shaped or changed their initial perspective, and what challenges they encountered.</a:t>
            </a:r>
            <a:br>
              <a:rPr lang="en-US" sz="2000" dirty="0">
                <a:cs typeface="Times New Roman" panose="02020603050405020304" pitchFamily="18" charset="0"/>
              </a:rPr>
            </a:br>
            <a:endParaRPr lang="en-US" sz="2000" dirty="0">
              <a:cs typeface="Times New Roman" panose="02020603050405020304" pitchFamily="18" charset="0"/>
            </a:endParaRPr>
          </a:p>
        </p:txBody>
      </p:sp>
    </p:spTree>
    <p:extLst>
      <p:ext uri="{BB962C8B-B14F-4D97-AF65-F5344CB8AC3E}">
        <p14:creationId xmlns:p14="http://schemas.microsoft.com/office/powerpoint/2010/main" val="15451770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96B45-59A7-C589-9ECA-BA4BE7D7D9F3}"/>
              </a:ext>
            </a:extLst>
          </p:cNvPr>
          <p:cNvSpPr>
            <a:spLocks noGrp="1"/>
          </p:cNvSpPr>
          <p:nvPr>
            <p:ph type="title"/>
          </p:nvPr>
        </p:nvSpPr>
        <p:spPr>
          <a:xfrm>
            <a:off x="540723" y="346062"/>
            <a:ext cx="1586657" cy="1650689"/>
          </a:xfrm>
        </p:spPr>
        <p:txBody>
          <a:bodyPr>
            <a:normAutofit/>
          </a:bodyPr>
          <a:lstStyle/>
          <a:p>
            <a:r>
              <a:rPr lang="en-US" sz="3200" dirty="0"/>
              <a:t>Tasks</a:t>
            </a:r>
            <a:endParaRPr lang="en-US" dirty="0"/>
          </a:p>
        </p:txBody>
      </p:sp>
      <p:sp>
        <p:nvSpPr>
          <p:cNvPr id="5" name="Content Placeholder 4">
            <a:extLst>
              <a:ext uri="{FF2B5EF4-FFF2-40B4-BE49-F238E27FC236}">
                <a16:creationId xmlns:a16="http://schemas.microsoft.com/office/drawing/2014/main" id="{FBFE3E85-F977-4917-D2F3-E64C503441F1}"/>
              </a:ext>
            </a:extLst>
          </p:cNvPr>
          <p:cNvSpPr>
            <a:spLocks noGrp="1"/>
          </p:cNvSpPr>
          <p:nvPr>
            <p:ph sz="quarter" idx="13"/>
          </p:nvPr>
        </p:nvSpPr>
        <p:spPr>
          <a:xfrm>
            <a:off x="455418" y="859245"/>
            <a:ext cx="11281163" cy="5410926"/>
          </a:xfrm>
        </p:spPr>
        <p:txBody>
          <a:bodyPr>
            <a:noAutofit/>
          </a:bodyPr>
          <a:lstStyle/>
          <a:p>
            <a:r>
              <a:rPr lang="en-US" sz="1150" dirty="0">
                <a:latin typeface="+mn-lt"/>
                <a:cs typeface="Times New Roman" panose="02020603050405020304" pitchFamily="18" charset="0"/>
              </a:rPr>
              <a:t>1) Choose one form of media to analyze. At least one black woman must be showcased in the piece.  Cannot use a piece already discussed in the course.</a:t>
            </a:r>
          </a:p>
          <a:p>
            <a:pPr lvl="1" fontAlgn="base"/>
            <a:r>
              <a:rPr lang="en-US" sz="1100" dirty="0">
                <a:latin typeface="+mn-lt"/>
                <a:cs typeface="Times New Roman" panose="02020603050405020304" pitchFamily="18" charset="0"/>
              </a:rPr>
              <a:t>Examples could include a music video, song lyrics, a movie, a television show, a book, a poem, a meme, a performance, physical art: (painting, drawing, sculpture), court case,  or viral TikTok </a:t>
            </a:r>
          </a:p>
          <a:p>
            <a:pPr lvl="1" fontAlgn="base"/>
            <a:r>
              <a:rPr lang="en-US" sz="1100" dirty="0">
                <a:latin typeface="+mn-lt"/>
                <a:cs typeface="Times New Roman" panose="02020603050405020304" pitchFamily="18" charset="0"/>
              </a:rPr>
              <a:t>If choosing a movie, show, or book, focus on one of the following: a specific scene, plot point, or character.</a:t>
            </a:r>
          </a:p>
          <a:p>
            <a:pPr lvl="1" fontAlgn="base"/>
            <a:r>
              <a:rPr lang="en-US" sz="1100" dirty="0">
                <a:latin typeface="+mn-lt"/>
                <a:cs typeface="Times New Roman" panose="02020603050405020304" pitchFamily="18" charset="0"/>
              </a:rPr>
              <a:t>Feel free to extend beyond these examples</a:t>
            </a:r>
          </a:p>
          <a:p>
            <a:r>
              <a:rPr lang="en-US" sz="1100" dirty="0">
                <a:latin typeface="+mn-lt"/>
                <a:cs typeface="Times New Roman" panose="02020603050405020304" pitchFamily="18" charset="0"/>
              </a:rPr>
              <a:t>2) Examine the Black woman in the context of the piece</a:t>
            </a:r>
          </a:p>
          <a:p>
            <a:pPr lvl="1" fontAlgn="base"/>
            <a:r>
              <a:rPr lang="en-US" sz="1100" dirty="0">
                <a:latin typeface="+mn-lt"/>
                <a:cs typeface="Times New Roman" panose="02020603050405020304" pitchFamily="18" charset="0"/>
              </a:rPr>
              <a:t>Include the creator/author/originator, identify subject matters, include background: setting, cultural relevance, historical context, identify tropes, etc.</a:t>
            </a:r>
          </a:p>
          <a:p>
            <a:pPr lvl="1" fontAlgn="base"/>
            <a:r>
              <a:rPr lang="en-US" sz="1100" dirty="0">
                <a:latin typeface="+mn-lt"/>
                <a:cs typeface="Times New Roman" panose="02020603050405020304" pitchFamily="18" charset="0"/>
              </a:rPr>
              <a:t>Look at how the black woman’s presence affects or is affecting the work.</a:t>
            </a:r>
          </a:p>
          <a:p>
            <a:pPr lvl="1" fontAlgn="base"/>
            <a:r>
              <a:rPr lang="en-US" sz="1100" dirty="0">
                <a:latin typeface="+mn-lt"/>
                <a:cs typeface="Times New Roman" panose="02020603050405020304" pitchFamily="18" charset="0"/>
              </a:rPr>
              <a:t>Keep a record of the sources of your research; this should be included in the reflection and should be mentioned in the presentation where applicable. </a:t>
            </a:r>
          </a:p>
          <a:p>
            <a:r>
              <a:rPr lang="en-US" sz="1100" dirty="0">
                <a:latin typeface="+mn-lt"/>
                <a:cs typeface="Times New Roman" panose="02020603050405020304" pitchFamily="18" charset="0"/>
              </a:rPr>
              <a:t>3) Create a presentation about your medium between 4 </a:t>
            </a:r>
            <a:r>
              <a:rPr lang="en-US" sz="1100">
                <a:latin typeface="+mn-lt"/>
                <a:cs typeface="Times New Roman" panose="02020603050405020304" pitchFamily="18" charset="0"/>
              </a:rPr>
              <a:t>and 12 </a:t>
            </a:r>
            <a:r>
              <a:rPr lang="en-US" sz="1100" dirty="0">
                <a:latin typeface="+mn-lt"/>
                <a:cs typeface="Times New Roman" panose="02020603050405020304" pitchFamily="18" charset="0"/>
              </a:rPr>
              <a:t>minutes. 70 points</a:t>
            </a:r>
          </a:p>
          <a:p>
            <a:pPr lvl="1" fontAlgn="base"/>
            <a:r>
              <a:rPr lang="en-US" sz="1100" dirty="0">
                <a:latin typeface="+mn-lt"/>
                <a:cs typeface="Times New Roman" panose="02020603050405020304" pitchFamily="18" charset="0"/>
              </a:rPr>
              <a:t>Include a thesis statement in the first minute of the presentation addressing "How are black women being represented?“</a:t>
            </a:r>
          </a:p>
          <a:p>
            <a:pPr lvl="1" fontAlgn="base"/>
            <a:r>
              <a:rPr lang="en-US" sz="1100" dirty="0">
                <a:latin typeface="+mn-lt"/>
                <a:cs typeface="Times New Roman" panose="02020603050405020304" pitchFamily="18" charset="0"/>
              </a:rPr>
              <a:t>Consider items like narrative point of view, casting, symbolism, dialogue, word choice, author/producer motivations, </a:t>
            </a:r>
          </a:p>
          <a:p>
            <a:pPr lvl="1" fontAlgn="base"/>
            <a:r>
              <a:rPr lang="en-US" sz="1100" dirty="0">
                <a:latin typeface="+mn-lt"/>
                <a:cs typeface="Times New Roman" panose="02020603050405020304" pitchFamily="18" charset="0"/>
              </a:rPr>
              <a:t>Include a moving element (PowerPoint, slide deck, video, song, voice recording, graphic, etc.</a:t>
            </a:r>
          </a:p>
          <a:p>
            <a:pPr lvl="1" fontAlgn="base"/>
            <a:r>
              <a:rPr lang="en-US" sz="1100" dirty="0">
                <a:latin typeface="+mn-lt"/>
                <a:cs typeface="Times New Roman" panose="02020603050405020304" pitchFamily="18" charset="0"/>
              </a:rPr>
              <a:t>In the presentation, you must provide a link to the piece or include a picture or link to a summary of the piece you have chosen for a book, television show, or movie.</a:t>
            </a:r>
          </a:p>
          <a:p>
            <a:r>
              <a:rPr lang="en-US" sz="1100" dirty="0">
                <a:latin typeface="+mn-lt"/>
                <a:cs typeface="Times New Roman" panose="02020603050405020304" pitchFamily="18" charset="0"/>
              </a:rPr>
              <a:t>4) Create a reflection 30 points</a:t>
            </a:r>
          </a:p>
          <a:p>
            <a:pPr lvl="1" fontAlgn="base"/>
            <a:r>
              <a:rPr lang="en-US" sz="1100" dirty="0">
                <a:latin typeface="+mn-lt"/>
                <a:cs typeface="Times New Roman" panose="02020603050405020304" pitchFamily="18" charset="0"/>
              </a:rPr>
              <a:t>Include a separate video or written piece explaining why you chose the piece you did and why you chose to present the information in the manner you did. </a:t>
            </a:r>
          </a:p>
          <a:p>
            <a:pPr lvl="1" fontAlgn="base"/>
            <a:r>
              <a:rPr lang="en-US" sz="1100" dirty="0">
                <a:latin typeface="+mn-lt"/>
                <a:cs typeface="Times New Roman" panose="02020603050405020304" pitchFamily="18" charset="0"/>
              </a:rPr>
              <a:t>Include citations for research.</a:t>
            </a:r>
          </a:p>
          <a:p>
            <a:pPr lvl="1" fontAlgn="base"/>
            <a:r>
              <a:rPr lang="en-US" sz="1100" dirty="0">
                <a:latin typeface="+mn-lt"/>
                <a:cs typeface="Times New Roman" panose="02020603050405020304" pitchFamily="18" charset="0"/>
              </a:rPr>
              <a:t>No word count or time length required; both questions must be addressed for full credit.</a:t>
            </a:r>
          </a:p>
        </p:txBody>
      </p:sp>
    </p:spTree>
    <p:extLst>
      <p:ext uri="{BB962C8B-B14F-4D97-AF65-F5344CB8AC3E}">
        <p14:creationId xmlns:p14="http://schemas.microsoft.com/office/powerpoint/2010/main" val="1566291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66" name="Picture 65">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67" name="Picture 66">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68" name="Oval 67">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69" name="Picture 68">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70" name="Picture 69">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71" name="Rectangle 70">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Rectangle 71">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5782E-E94C-F7FF-5DDC-7C1DFF856F9E}"/>
              </a:ext>
            </a:extLst>
          </p:cNvPr>
          <p:cNvSpPr>
            <a:spLocks noGrp="1"/>
          </p:cNvSpPr>
          <p:nvPr>
            <p:ph type="title"/>
          </p:nvPr>
        </p:nvSpPr>
        <p:spPr>
          <a:xfrm>
            <a:off x="648930" y="629266"/>
            <a:ext cx="6188190" cy="1622321"/>
          </a:xfrm>
        </p:spPr>
        <p:txBody>
          <a:bodyPr vert="horz" lIns="91440" tIns="45720" rIns="91440" bIns="45720" rtlCol="0" anchor="t">
            <a:normAutofit/>
          </a:bodyPr>
          <a:lstStyle/>
          <a:p>
            <a:r>
              <a:rPr lang="en-US">
                <a:solidFill>
                  <a:srgbClr val="EBEBEB"/>
                </a:solidFill>
              </a:rPr>
              <a:t>Criteria</a:t>
            </a:r>
          </a:p>
        </p:txBody>
      </p:sp>
      <p:sp>
        <p:nvSpPr>
          <p:cNvPr id="3" name="Content Placeholder 2">
            <a:extLst>
              <a:ext uri="{FF2B5EF4-FFF2-40B4-BE49-F238E27FC236}">
                <a16:creationId xmlns:a16="http://schemas.microsoft.com/office/drawing/2014/main" id="{E1115141-87C9-23DF-ECBC-B828494C9F1E}"/>
              </a:ext>
            </a:extLst>
          </p:cNvPr>
          <p:cNvSpPr>
            <a:spLocks noGrp="1"/>
          </p:cNvSpPr>
          <p:nvPr>
            <p:ph sz="quarter" idx="14"/>
          </p:nvPr>
        </p:nvSpPr>
        <p:spPr>
          <a:xfrm>
            <a:off x="470076" y="1440426"/>
            <a:ext cx="6188189" cy="4926864"/>
          </a:xfrm>
        </p:spPr>
        <p:txBody>
          <a:bodyPr vert="horz" lIns="91440" tIns="45720" rIns="91440" bIns="45720" rtlCol="0">
            <a:normAutofit fontScale="70000" lnSpcReduction="20000"/>
          </a:bodyPr>
          <a:lstStyle/>
          <a:p>
            <a:pPr>
              <a:lnSpc>
                <a:spcPct val="90000"/>
              </a:lnSpc>
            </a:pPr>
            <a:r>
              <a:rPr lang="en-US" dirty="0">
                <a:solidFill>
                  <a:srgbClr val="FFFFFF"/>
                </a:solidFill>
              </a:rPr>
              <a:t>Presentation 70 points, Grading looking for the following</a:t>
            </a:r>
          </a:p>
          <a:p>
            <a:pPr fontAlgn="base">
              <a:lnSpc>
                <a:spcPct val="90000"/>
              </a:lnSpc>
            </a:pPr>
            <a:r>
              <a:rPr lang="en-US" dirty="0">
                <a:solidFill>
                  <a:srgbClr val="FFFFFF"/>
                </a:solidFill>
              </a:rPr>
              <a:t>Addresses the question, " How are black women being presented in this work?"- 25pts</a:t>
            </a:r>
          </a:p>
          <a:p>
            <a:pPr fontAlgn="base">
              <a:lnSpc>
                <a:spcPct val="90000"/>
              </a:lnSpc>
            </a:pPr>
            <a:r>
              <a:rPr lang="en-US" dirty="0">
                <a:solidFill>
                  <a:srgbClr val="FFFFFF"/>
                </a:solidFill>
              </a:rPr>
              <a:t>Coherent argument- 15pts</a:t>
            </a:r>
          </a:p>
          <a:p>
            <a:pPr lvl="1" fontAlgn="base">
              <a:lnSpc>
                <a:spcPct val="90000"/>
              </a:lnSpc>
            </a:pPr>
            <a:r>
              <a:rPr lang="en-US" sz="2000" dirty="0">
                <a:solidFill>
                  <a:srgbClr val="FFFFFF"/>
                </a:solidFill>
              </a:rPr>
              <a:t> Include what tools are being used to portray perspective</a:t>
            </a:r>
          </a:p>
          <a:p>
            <a:pPr lvl="1" fontAlgn="base">
              <a:lnSpc>
                <a:spcPct val="90000"/>
              </a:lnSpc>
            </a:pPr>
            <a:r>
              <a:rPr lang="en-US" sz="2000" dirty="0">
                <a:solidFill>
                  <a:srgbClr val="FFFFFF"/>
                </a:solidFill>
              </a:rPr>
              <a:t>Should include where the information stems from, where relevant</a:t>
            </a:r>
          </a:p>
          <a:p>
            <a:pPr lvl="1" fontAlgn="base">
              <a:lnSpc>
                <a:spcPct val="90000"/>
              </a:lnSpc>
            </a:pPr>
            <a:r>
              <a:rPr lang="en-US" sz="2000" dirty="0">
                <a:solidFill>
                  <a:srgbClr val="FFFFFF"/>
                </a:solidFill>
              </a:rPr>
              <a:t>Clear language</a:t>
            </a:r>
          </a:p>
          <a:p>
            <a:pPr lvl="1" fontAlgn="base">
              <a:lnSpc>
                <a:spcPct val="90000"/>
              </a:lnSpc>
            </a:pPr>
            <a:r>
              <a:rPr lang="en-US" sz="2000" dirty="0">
                <a:solidFill>
                  <a:srgbClr val="FFFFFF"/>
                </a:solidFill>
              </a:rPr>
              <a:t>Minimal errors in spelling</a:t>
            </a:r>
          </a:p>
          <a:p>
            <a:pPr fontAlgn="base">
              <a:lnSpc>
                <a:spcPct val="90000"/>
              </a:lnSpc>
            </a:pPr>
            <a:r>
              <a:rPr lang="en-US" dirty="0">
                <a:solidFill>
                  <a:srgbClr val="FFFFFF"/>
                </a:solidFill>
              </a:rPr>
              <a:t>Includes thesis statement within the first minute -10pts</a:t>
            </a:r>
          </a:p>
          <a:p>
            <a:pPr fontAlgn="base">
              <a:lnSpc>
                <a:spcPct val="90000"/>
              </a:lnSpc>
            </a:pPr>
            <a:r>
              <a:rPr lang="en-US" dirty="0">
                <a:solidFill>
                  <a:srgbClr val="FFFFFF"/>
                </a:solidFill>
              </a:rPr>
              <a:t>Includes moving element- 10pts</a:t>
            </a:r>
          </a:p>
          <a:p>
            <a:pPr fontAlgn="base">
              <a:lnSpc>
                <a:spcPct val="90000"/>
              </a:lnSpc>
            </a:pPr>
            <a:r>
              <a:rPr lang="en-US" dirty="0">
                <a:solidFill>
                  <a:srgbClr val="FFFFFF"/>
                </a:solidFill>
              </a:rPr>
              <a:t>Within the time frame 4-8 minutes- 5pts</a:t>
            </a:r>
          </a:p>
          <a:p>
            <a:pPr fontAlgn="base">
              <a:lnSpc>
                <a:spcPct val="90000"/>
              </a:lnSpc>
            </a:pPr>
            <a:r>
              <a:rPr lang="en-US" dirty="0">
                <a:solidFill>
                  <a:srgbClr val="FFFFFF"/>
                </a:solidFill>
              </a:rPr>
              <a:t>Visually interesting- 5pts</a:t>
            </a:r>
          </a:p>
          <a:p>
            <a:pPr>
              <a:lnSpc>
                <a:spcPct val="90000"/>
              </a:lnSpc>
            </a:pPr>
            <a:r>
              <a:rPr lang="en-US" dirty="0">
                <a:solidFill>
                  <a:srgbClr val="FFFFFF"/>
                </a:solidFill>
              </a:rPr>
              <a:t>Reflection 30pts</a:t>
            </a:r>
          </a:p>
          <a:p>
            <a:pPr lvl="1" fontAlgn="base">
              <a:lnSpc>
                <a:spcPct val="90000"/>
              </a:lnSpc>
            </a:pPr>
            <a:r>
              <a:rPr lang="en-US" sz="2000" dirty="0">
                <a:solidFill>
                  <a:srgbClr val="FFFFFF"/>
                </a:solidFill>
              </a:rPr>
              <a:t>Explains why the piece was chosen-10pts</a:t>
            </a:r>
          </a:p>
          <a:p>
            <a:pPr lvl="1" fontAlgn="base">
              <a:lnSpc>
                <a:spcPct val="90000"/>
              </a:lnSpc>
            </a:pPr>
            <a:r>
              <a:rPr lang="en-US" sz="2000" dirty="0">
                <a:solidFill>
                  <a:srgbClr val="FFFFFF"/>
                </a:solidFill>
              </a:rPr>
              <a:t>Explains what they learned -5pts</a:t>
            </a:r>
          </a:p>
          <a:p>
            <a:pPr lvl="1" fontAlgn="base">
              <a:lnSpc>
                <a:spcPct val="90000"/>
              </a:lnSpc>
            </a:pPr>
            <a:r>
              <a:rPr lang="en-US" sz="2000" dirty="0">
                <a:solidFill>
                  <a:srgbClr val="FFFFFF"/>
                </a:solidFill>
              </a:rPr>
              <a:t>Any challenges or perspective changes- 5pts</a:t>
            </a:r>
          </a:p>
          <a:p>
            <a:pPr fontAlgn="base">
              <a:lnSpc>
                <a:spcPct val="90000"/>
              </a:lnSpc>
            </a:pPr>
            <a:r>
              <a:rPr lang="en-US" dirty="0">
                <a:solidFill>
                  <a:srgbClr val="FFFFFF"/>
                </a:solidFill>
              </a:rPr>
              <a:t>Includes citations for research-10pts</a:t>
            </a:r>
          </a:p>
          <a:p>
            <a:pPr marL="0" indent="0">
              <a:lnSpc>
                <a:spcPct val="90000"/>
              </a:lnSpc>
            </a:pPr>
            <a:endParaRPr lang="en-US" sz="700" dirty="0">
              <a:solidFill>
                <a:srgbClr val="FFFFFF"/>
              </a:solidFill>
            </a:endParaRPr>
          </a:p>
        </p:txBody>
      </p:sp>
      <p:sp>
        <p:nvSpPr>
          <p:cNvPr id="73"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10" name="Picture Placeholder 9">
            <a:extLst>
              <a:ext uri="{FF2B5EF4-FFF2-40B4-BE49-F238E27FC236}">
                <a16:creationId xmlns:a16="http://schemas.microsoft.com/office/drawing/2014/main" id="{2586F44D-39C7-121F-EE4A-48EB3D47952C}"/>
              </a:ext>
            </a:extLst>
          </p:cNvPr>
          <p:cNvPicPr>
            <a:picLocks noGrp="1" noChangeAspect="1"/>
          </p:cNvPicPr>
          <p:nvPr>
            <p:ph type="pic" sz="quarter" idx="15"/>
          </p:nvPr>
        </p:nvPicPr>
        <p:blipFill>
          <a:blip r:embed="rId7">
            <a:extLst>
              <a:ext uri="{28A0092B-C50C-407E-A947-70E740481C1C}">
                <a14:useLocalDpi xmlns:a14="http://schemas.microsoft.com/office/drawing/2010/main" val="0"/>
              </a:ext>
            </a:extLst>
          </a:blip>
          <a:srcRect l="12134" r="15494" b="-1"/>
          <a:stretch>
            <a:fillRect/>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a:blipFill dpi="0" rotWithShape="1">
            <a:blip r:embed="rId8" cstate="screen">
              <a:alphaModFix amt="60000"/>
              <a:extLst>
                <a:ext uri="{28A0092B-C50C-407E-A947-70E740481C1C}">
                  <a14:useLocalDpi xmlns:a14="http://schemas.microsoft.com/office/drawing/2010/main"/>
                </a:ext>
              </a:extLst>
            </a:blip>
            <a:srcRect/>
            <a:stretch>
              <a:fillRect/>
            </a:stretch>
          </a:blipFill>
        </p:spPr>
      </p:pic>
    </p:spTree>
    <p:extLst>
      <p:ext uri="{BB962C8B-B14F-4D97-AF65-F5344CB8AC3E}">
        <p14:creationId xmlns:p14="http://schemas.microsoft.com/office/powerpoint/2010/main" val="599029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C32F8-E21D-68DC-2A6B-6A44F01175C0}"/>
              </a:ext>
            </a:extLst>
          </p:cNvPr>
          <p:cNvSpPr>
            <a:spLocks noGrp="1"/>
          </p:cNvSpPr>
          <p:nvPr>
            <p:ph type="title"/>
          </p:nvPr>
        </p:nvSpPr>
        <p:spPr>
          <a:xfrm>
            <a:off x="623342" y="777348"/>
            <a:ext cx="10945316" cy="746761"/>
          </a:xfrm>
        </p:spPr>
        <p:txBody>
          <a:bodyPr/>
          <a:lstStyle/>
          <a:p>
            <a:r>
              <a:rPr lang="en-US" dirty="0"/>
              <a:t>AI Integration</a:t>
            </a:r>
          </a:p>
        </p:txBody>
      </p:sp>
      <p:sp>
        <p:nvSpPr>
          <p:cNvPr id="3" name="Text Placeholder 2">
            <a:extLst>
              <a:ext uri="{FF2B5EF4-FFF2-40B4-BE49-F238E27FC236}">
                <a16:creationId xmlns:a16="http://schemas.microsoft.com/office/drawing/2014/main" id="{E435B5EE-EC32-8941-B9F3-74604A298061}"/>
              </a:ext>
            </a:extLst>
          </p:cNvPr>
          <p:cNvSpPr>
            <a:spLocks noGrp="1"/>
          </p:cNvSpPr>
          <p:nvPr>
            <p:ph type="body" sz="quarter" idx="13"/>
          </p:nvPr>
        </p:nvSpPr>
        <p:spPr>
          <a:xfrm>
            <a:off x="623342" y="1705113"/>
            <a:ext cx="10609358" cy="4471752"/>
          </a:xfrm>
        </p:spPr>
        <p:txBody>
          <a:bodyPr vert="horz" lIns="91440" tIns="45720" rIns="91440" bIns="45720" rtlCol="0" anchor="t">
            <a:normAutofit fontScale="85000" lnSpcReduction="20000"/>
          </a:bodyPr>
          <a:lstStyle/>
          <a:p>
            <a:pPr marL="0" indent="0">
              <a:buNone/>
            </a:pPr>
            <a:r>
              <a:rPr lang="en-US" dirty="0"/>
              <a:t>Disclose any AI software that you used in the citations section of the reflection and explain for what purpose. </a:t>
            </a:r>
            <a:endParaRPr lang="en-US" b="1" dirty="0"/>
          </a:p>
          <a:p>
            <a:pPr marL="0" indent="0">
              <a:buNone/>
            </a:pPr>
            <a:r>
              <a:rPr lang="en-US" b="1" dirty="0"/>
              <a:t>Acceptable Uses:</a:t>
            </a:r>
            <a:endParaRPr lang="en-US" dirty="0"/>
          </a:p>
          <a:p>
            <a:r>
              <a:rPr lang="en-US" dirty="0"/>
              <a:t>Brainstorming</a:t>
            </a:r>
          </a:p>
          <a:p>
            <a:r>
              <a:rPr lang="en-US" dirty="0"/>
              <a:t>Clarifying concepts, terms, or historical/cultural context encountered during research</a:t>
            </a:r>
          </a:p>
          <a:p>
            <a:r>
              <a:rPr lang="en-US" dirty="0"/>
              <a:t>Checking grammar, spelling, and citation formatting in the final presentation and reflection</a:t>
            </a:r>
          </a:p>
          <a:p>
            <a:r>
              <a:rPr lang="en-US" dirty="0"/>
              <a:t>Organizing the layout for the presentation</a:t>
            </a:r>
          </a:p>
          <a:p>
            <a:pPr marL="0" indent="0">
              <a:buNone/>
            </a:pPr>
            <a:r>
              <a:rPr lang="en-US" b="1" dirty="0"/>
              <a:t>Non-Acceptable Uses</a:t>
            </a:r>
          </a:p>
          <a:p>
            <a:r>
              <a:rPr lang="en-US" dirty="0"/>
              <a:t>AI should</a:t>
            </a:r>
            <a:r>
              <a:rPr lang="en-US" b="1" dirty="0"/>
              <a:t> not</a:t>
            </a:r>
            <a:r>
              <a:rPr lang="en-US" dirty="0"/>
              <a:t> be used in choosing your presentation piece. You should choose a piece that is already relevant or interesting to you.</a:t>
            </a:r>
          </a:p>
          <a:p>
            <a:pPr lvl="1"/>
            <a:r>
              <a:rPr lang="en-US" dirty="0"/>
              <a:t>Why? This will make the reflection section easier to complete when you have a connection to the material. </a:t>
            </a:r>
          </a:p>
          <a:p>
            <a:r>
              <a:rPr lang="en-US" dirty="0"/>
              <a:t>Using AI as a substitute for reading or viewing sources.</a:t>
            </a:r>
          </a:p>
          <a:p>
            <a:pPr lvl="1"/>
            <a:r>
              <a:rPr lang="en-US" dirty="0"/>
              <a:t>You are responsible for any misrepresented, misquoted, or false information presented.</a:t>
            </a:r>
          </a:p>
          <a:p>
            <a:r>
              <a:rPr lang="en-US" dirty="0"/>
              <a:t>Completing the reflection showcases your own perspective and process with this assignment.</a:t>
            </a:r>
          </a:p>
          <a:p>
            <a:pPr lvl="1"/>
            <a:r>
              <a:rPr lang="en-US" dirty="0"/>
              <a:t>If an AI grammar or spelling checker is used for the reflection, include the original and rewritten piece.</a:t>
            </a:r>
          </a:p>
          <a:p>
            <a:endParaRPr lang="en-US" dirty="0"/>
          </a:p>
        </p:txBody>
      </p:sp>
    </p:spTree>
    <p:extLst>
      <p:ext uri="{BB962C8B-B14F-4D97-AF65-F5344CB8AC3E}">
        <p14:creationId xmlns:p14="http://schemas.microsoft.com/office/powerpoint/2010/main" val="2168735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22" name="Picture 2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0" name="Oval 29">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44" name="Picture 43">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55" name="Picture 54">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62" name="Rectangle 61">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ECC7084-C959-6935-0D99-455326A78F99}"/>
              </a:ext>
            </a:extLst>
          </p:cNvPr>
          <p:cNvSpPr>
            <a:spLocks noGrp="1"/>
          </p:cNvSpPr>
          <p:nvPr>
            <p:ph type="title"/>
          </p:nvPr>
        </p:nvSpPr>
        <p:spPr>
          <a:xfrm>
            <a:off x="647701" y="1454964"/>
            <a:ext cx="4799009" cy="1214721"/>
          </a:xfrm>
        </p:spPr>
        <p:txBody>
          <a:bodyPr vert="horz" lIns="91440" tIns="45720" rIns="91440" bIns="45720" rtlCol="0" anchor="b">
            <a:normAutofit fontScale="90000"/>
          </a:bodyPr>
          <a:lstStyle/>
          <a:p>
            <a:pPr>
              <a:lnSpc>
                <a:spcPct val="90000"/>
              </a:lnSpc>
            </a:pPr>
            <a:r>
              <a:rPr lang="en-US" sz="5000" dirty="0"/>
              <a:t>My Example Assignment</a:t>
            </a:r>
            <a:r>
              <a:rPr lang="en-US" sz="7200" dirty="0"/>
              <a:t>:</a:t>
            </a:r>
            <a:br>
              <a:rPr lang="en-US" sz="7200" dirty="0"/>
            </a:br>
            <a:endParaRPr lang="en-US" sz="7200" dirty="0"/>
          </a:p>
        </p:txBody>
      </p:sp>
      <p:sp>
        <p:nvSpPr>
          <p:cNvPr id="7" name="Content Placeholder 6">
            <a:extLst>
              <a:ext uri="{FF2B5EF4-FFF2-40B4-BE49-F238E27FC236}">
                <a16:creationId xmlns:a16="http://schemas.microsoft.com/office/drawing/2014/main" id="{384485F1-991D-7098-0440-1788BA1C541F}"/>
              </a:ext>
            </a:extLst>
          </p:cNvPr>
          <p:cNvSpPr>
            <a:spLocks noGrp="1"/>
          </p:cNvSpPr>
          <p:nvPr>
            <p:ph sz="quarter" idx="14"/>
          </p:nvPr>
        </p:nvSpPr>
        <p:spPr>
          <a:xfrm>
            <a:off x="647700" y="2062324"/>
            <a:ext cx="4799009" cy="1732381"/>
          </a:xfrm>
        </p:spPr>
        <p:txBody>
          <a:bodyPr vert="horz" lIns="91440" tIns="45720" rIns="91440" bIns="45720" rtlCol="0" anchor="t">
            <a:normAutofit/>
          </a:bodyPr>
          <a:lstStyle/>
          <a:p>
            <a:pPr marL="0" indent="0">
              <a:buNone/>
            </a:pPr>
            <a:r>
              <a:rPr lang="en-US" cap="all" dirty="0">
                <a:solidFill>
                  <a:schemeClr val="bg2">
                    <a:lumMod val="40000"/>
                    <a:lumOff val="60000"/>
                  </a:schemeClr>
                </a:solidFill>
              </a:rPr>
              <a:t>How the movie Sinners explored the Jezebel trope with </a:t>
            </a:r>
            <a:r>
              <a:rPr lang="en-US" cap="all" dirty="0" err="1">
                <a:solidFill>
                  <a:schemeClr val="bg2">
                    <a:lumMod val="40000"/>
                    <a:lumOff val="60000"/>
                  </a:schemeClr>
                </a:solidFill>
              </a:rPr>
              <a:t>PEarline</a:t>
            </a:r>
            <a:endParaRPr lang="en-US" cap="all" dirty="0">
              <a:solidFill>
                <a:schemeClr val="bg2">
                  <a:lumMod val="40000"/>
                  <a:lumOff val="60000"/>
                </a:schemeClr>
              </a:solidFill>
            </a:endParaRPr>
          </a:p>
        </p:txBody>
      </p:sp>
      <p:pic>
        <p:nvPicPr>
          <p:cNvPr id="12" name="Picture Placeholder 11">
            <a:extLst>
              <a:ext uri="{FF2B5EF4-FFF2-40B4-BE49-F238E27FC236}">
                <a16:creationId xmlns:a16="http://schemas.microsoft.com/office/drawing/2014/main" id="{23F72FB8-6EC7-C1CF-BA25-521929B3A84A}"/>
              </a:ext>
            </a:extLst>
          </p:cNvPr>
          <p:cNvPicPr>
            <a:picLocks noGrp="1" noChangeAspect="1"/>
          </p:cNvPicPr>
          <p:nvPr>
            <p:ph type="pic" sz="quarter" idx="15"/>
          </p:nvPr>
        </p:nvPicPr>
        <p:blipFill>
          <a:blip r:embed="rId7">
            <a:extLst>
              <a:ext uri="{28A0092B-C50C-407E-A947-70E740481C1C}">
                <a14:useLocalDpi xmlns:a14="http://schemas.microsoft.com/office/drawing/2010/main" val="0"/>
              </a:ext>
            </a:extLst>
          </a:blip>
          <a:srcRect b="21270"/>
          <a:stretch>
            <a:fillRect/>
          </a:stretch>
        </p:blipFill>
        <p:spPr>
          <a:xfrm>
            <a:off x="6094411" y="10"/>
            <a:ext cx="6097590" cy="6857990"/>
          </a:xfrm>
          <a:prstGeom prst="rect">
            <a:avLst/>
          </a:prstGeom>
          <a:blipFill dpi="0" rotWithShape="1">
            <a:blip r:embed="rId8" cstate="screen">
              <a:alphaModFix amt="60000"/>
              <a:extLst>
                <a:ext uri="{28A0092B-C50C-407E-A947-70E740481C1C}">
                  <a14:useLocalDpi xmlns:a14="http://schemas.microsoft.com/office/drawing/2010/main"/>
                </a:ext>
              </a:extLst>
            </a:blip>
            <a:srcRect/>
            <a:stretch>
              <a:fillRect/>
            </a:stretch>
          </a:blipFill>
        </p:spPr>
      </p:pic>
      <p:sp>
        <p:nvSpPr>
          <p:cNvPr id="74" name="Rectangle 73">
            <a:extLst>
              <a:ext uri="{FF2B5EF4-FFF2-40B4-BE49-F238E27FC236}">
                <a16:creationId xmlns:a16="http://schemas.microsoft.com/office/drawing/2014/main" id="{4A5788BB-481F-4FC7-AD49-73D20DDD6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26" name="TextBox 325">
            <a:extLst>
              <a:ext uri="{FF2B5EF4-FFF2-40B4-BE49-F238E27FC236}">
                <a16:creationId xmlns:a16="http://schemas.microsoft.com/office/drawing/2014/main" id="{116FD405-9432-46CA-04F4-3ADE39B5CD51}"/>
              </a:ext>
            </a:extLst>
          </p:cNvPr>
          <p:cNvSpPr txBox="1"/>
          <p:nvPr/>
        </p:nvSpPr>
        <p:spPr>
          <a:xfrm>
            <a:off x="647700" y="3139321"/>
            <a:ext cx="4930467" cy="3139321"/>
          </a:xfrm>
          <a:prstGeom prst="rect">
            <a:avLst/>
          </a:prstGeom>
          <a:noFill/>
        </p:spPr>
        <p:txBody>
          <a:bodyPr wrap="square" rtlCol="0">
            <a:spAutoFit/>
          </a:bodyPr>
          <a:lstStyle/>
          <a:p>
            <a:r>
              <a:rPr lang="en-US" dirty="0"/>
              <a:t>Pearline’s story arc in </a:t>
            </a:r>
            <a:r>
              <a:rPr lang="en-US" i="1" dirty="0"/>
              <a:t>Sinners</a:t>
            </a:r>
            <a:r>
              <a:rPr lang="en-US" dirty="0"/>
              <a:t> is a layered approach that, at times, is a contradictory answer to the question of how Black women are represented in this film: she is granted moments of desire, agency, and heroism, yet she is also defined largely by her relationship to men, denied the same narrative recognition as her male counterpart, and ultimately sacrificed for someone else's story.</a:t>
            </a:r>
          </a:p>
          <a:p>
            <a:endParaRPr lang="en-US" dirty="0"/>
          </a:p>
        </p:txBody>
      </p:sp>
    </p:spTree>
    <p:extLst>
      <p:ext uri="{BB962C8B-B14F-4D97-AF65-F5344CB8AC3E}">
        <p14:creationId xmlns:p14="http://schemas.microsoft.com/office/powerpoint/2010/main" val="1751885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0" name="Picture 29">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1" name="Oval 30">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2" name="Picture 31">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3" name="Picture 32">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34" name="Rectangle 33">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5" name="Rectangle 34">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4BB16D-2F4A-F938-64C3-F8B6808F5004}"/>
              </a:ext>
            </a:extLst>
          </p:cNvPr>
          <p:cNvSpPr>
            <a:spLocks noGrp="1"/>
          </p:cNvSpPr>
          <p:nvPr>
            <p:ph type="title"/>
          </p:nvPr>
        </p:nvSpPr>
        <p:spPr>
          <a:xfrm>
            <a:off x="5411931" y="452718"/>
            <a:ext cx="4638903" cy="1400530"/>
          </a:xfrm>
        </p:spPr>
        <p:txBody>
          <a:bodyPr vert="horz" lIns="91440" tIns="45720" rIns="91440" bIns="45720" rtlCol="0" anchor="t">
            <a:normAutofit/>
          </a:bodyPr>
          <a:lstStyle/>
          <a:p>
            <a:r>
              <a:rPr lang="en-US" sz="4200"/>
              <a:t>Sinners Background-</a:t>
            </a:r>
          </a:p>
        </p:txBody>
      </p:sp>
      <p:sp>
        <p:nvSpPr>
          <p:cNvPr id="36"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28375" y="-1573"/>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7" name="Picture Placeholder 6">
            <a:extLst>
              <a:ext uri="{FF2B5EF4-FFF2-40B4-BE49-F238E27FC236}">
                <a16:creationId xmlns:a16="http://schemas.microsoft.com/office/drawing/2014/main" id="{B9FF1FF1-0F77-E8A7-E4D2-8A85F6A88A11}"/>
              </a:ext>
            </a:extLst>
          </p:cNvPr>
          <p:cNvPicPr>
            <a:picLocks noGrp="1" noChangeAspect="1"/>
          </p:cNvPicPr>
          <p:nvPr>
            <p:ph type="pic" sz="quarter" idx="15"/>
          </p:nvPr>
        </p:nvPicPr>
        <p:blipFill>
          <a:blip r:embed="rId7">
            <a:extLst>
              <a:ext uri="{28A0092B-C50C-407E-A947-70E740481C1C}">
                <a14:useLocalDpi xmlns:a14="http://schemas.microsoft.com/office/drawing/2010/main" val="0"/>
              </a:ext>
            </a:extLst>
          </a:blip>
          <a:srcRect r="1" b="6917"/>
          <a:stretch>
            <a:fillRect/>
          </a:stretch>
        </p:blipFill>
        <p:spPr>
          <a:xfrm>
            <a:off x="3" y="10"/>
            <a:ext cx="4973099" cy="6857991"/>
          </a:xfrm>
          <a:custGeom>
            <a:avLst/>
            <a:gdLst/>
            <a:ahLst/>
            <a:cxnLst/>
            <a:rect l="l" t="t" r="r" b="b"/>
            <a:pathLst>
              <a:path w="4973099" h="6858001">
                <a:moveTo>
                  <a:pt x="3628384" y="0"/>
                </a:moveTo>
                <a:lnTo>
                  <a:pt x="4971922" y="0"/>
                </a:lnTo>
                <a:lnTo>
                  <a:pt x="4946877" y="155677"/>
                </a:lnTo>
                <a:lnTo>
                  <a:pt x="4923008" y="310668"/>
                </a:lnTo>
                <a:lnTo>
                  <a:pt x="4899644" y="466344"/>
                </a:lnTo>
                <a:lnTo>
                  <a:pt x="4879641" y="622707"/>
                </a:lnTo>
                <a:lnTo>
                  <a:pt x="4859470" y="778383"/>
                </a:lnTo>
                <a:lnTo>
                  <a:pt x="4840644" y="934746"/>
                </a:lnTo>
                <a:lnTo>
                  <a:pt x="4824508" y="1089051"/>
                </a:lnTo>
                <a:lnTo>
                  <a:pt x="4809212" y="1245413"/>
                </a:lnTo>
                <a:lnTo>
                  <a:pt x="4795260" y="1401090"/>
                </a:lnTo>
                <a:lnTo>
                  <a:pt x="4783158" y="1554023"/>
                </a:lnTo>
                <a:lnTo>
                  <a:pt x="4771055" y="1709014"/>
                </a:lnTo>
                <a:lnTo>
                  <a:pt x="4760970" y="1861947"/>
                </a:lnTo>
                <a:lnTo>
                  <a:pt x="4753070" y="2014881"/>
                </a:lnTo>
                <a:lnTo>
                  <a:pt x="4744833" y="2167128"/>
                </a:lnTo>
                <a:lnTo>
                  <a:pt x="4737942" y="2318004"/>
                </a:lnTo>
                <a:lnTo>
                  <a:pt x="4733067" y="2467509"/>
                </a:lnTo>
                <a:lnTo>
                  <a:pt x="4728865" y="2617013"/>
                </a:lnTo>
                <a:lnTo>
                  <a:pt x="4724831" y="2765146"/>
                </a:lnTo>
                <a:lnTo>
                  <a:pt x="4722982" y="2911221"/>
                </a:lnTo>
                <a:lnTo>
                  <a:pt x="4720965" y="3057297"/>
                </a:lnTo>
                <a:lnTo>
                  <a:pt x="4719956" y="3201315"/>
                </a:lnTo>
                <a:lnTo>
                  <a:pt x="4720965" y="3343961"/>
                </a:lnTo>
                <a:lnTo>
                  <a:pt x="4720965" y="3485236"/>
                </a:lnTo>
                <a:lnTo>
                  <a:pt x="4722982" y="3625139"/>
                </a:lnTo>
                <a:lnTo>
                  <a:pt x="4726007" y="3762299"/>
                </a:lnTo>
                <a:lnTo>
                  <a:pt x="4728865" y="3898087"/>
                </a:lnTo>
                <a:lnTo>
                  <a:pt x="4732059" y="4031133"/>
                </a:lnTo>
                <a:lnTo>
                  <a:pt x="4736933" y="4163492"/>
                </a:lnTo>
                <a:lnTo>
                  <a:pt x="4742144" y="4293793"/>
                </a:lnTo>
                <a:lnTo>
                  <a:pt x="4746850" y="4421352"/>
                </a:lnTo>
                <a:lnTo>
                  <a:pt x="4760130" y="4670298"/>
                </a:lnTo>
                <a:lnTo>
                  <a:pt x="4774249" y="4908956"/>
                </a:lnTo>
                <a:lnTo>
                  <a:pt x="4789041" y="5138013"/>
                </a:lnTo>
                <a:lnTo>
                  <a:pt x="4805346" y="5354726"/>
                </a:lnTo>
                <a:lnTo>
                  <a:pt x="4822323" y="5561838"/>
                </a:lnTo>
                <a:lnTo>
                  <a:pt x="4840644" y="5753862"/>
                </a:lnTo>
                <a:lnTo>
                  <a:pt x="4858630" y="5934227"/>
                </a:lnTo>
                <a:lnTo>
                  <a:pt x="4876615" y="6100191"/>
                </a:lnTo>
                <a:lnTo>
                  <a:pt x="4893592" y="6252438"/>
                </a:lnTo>
                <a:lnTo>
                  <a:pt x="4909729" y="6387541"/>
                </a:lnTo>
                <a:lnTo>
                  <a:pt x="4925025" y="6509613"/>
                </a:lnTo>
                <a:lnTo>
                  <a:pt x="4937800" y="6612483"/>
                </a:lnTo>
                <a:lnTo>
                  <a:pt x="4949902" y="6698894"/>
                </a:lnTo>
                <a:lnTo>
                  <a:pt x="4967216" y="6817538"/>
                </a:lnTo>
                <a:lnTo>
                  <a:pt x="4973099" y="6858000"/>
                </a:lnTo>
                <a:lnTo>
                  <a:pt x="4075210" y="6858000"/>
                </a:lnTo>
                <a:lnTo>
                  <a:pt x="4075210" y="6858001"/>
                </a:lnTo>
                <a:lnTo>
                  <a:pt x="0" y="6858001"/>
                </a:lnTo>
                <a:lnTo>
                  <a:pt x="0" y="1"/>
                </a:lnTo>
                <a:lnTo>
                  <a:pt x="3628384" y="1"/>
                </a:lnTo>
                <a:close/>
              </a:path>
            </a:pathLst>
          </a:custGeom>
          <a:blipFill dpi="0" rotWithShape="1">
            <a:blip r:embed="rId8" cstate="screen">
              <a:alphaModFix amt="60000"/>
              <a:extLst>
                <a:ext uri="{28A0092B-C50C-407E-A947-70E740481C1C}">
                  <a14:useLocalDpi xmlns:a14="http://schemas.microsoft.com/office/drawing/2010/main"/>
                </a:ext>
              </a:extLst>
            </a:blip>
            <a:srcRect/>
            <a:stretch>
              <a:fillRect/>
            </a:stretch>
          </a:blipFill>
        </p:spPr>
      </p:pic>
      <p:sp>
        <p:nvSpPr>
          <p:cNvPr id="28" name="Rectangle 27">
            <a:extLst>
              <a:ext uri="{FF2B5EF4-FFF2-40B4-BE49-F238E27FC236}">
                <a16:creationId xmlns:a16="http://schemas.microsoft.com/office/drawing/2014/main" id="{D6F18ACE-6E82-4ADC-8A2F-A1771B309B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 name="Content Placeholder 4">
            <a:extLst>
              <a:ext uri="{FF2B5EF4-FFF2-40B4-BE49-F238E27FC236}">
                <a16:creationId xmlns:a16="http://schemas.microsoft.com/office/drawing/2014/main" id="{6BCE1C32-E3BE-E820-0C0D-D82105EBFBD0}"/>
              </a:ext>
            </a:extLst>
          </p:cNvPr>
          <p:cNvSpPr>
            <a:spLocks noGrp="1"/>
          </p:cNvSpPr>
          <p:nvPr>
            <p:ph sz="quarter" idx="13"/>
          </p:nvPr>
        </p:nvSpPr>
        <p:spPr>
          <a:xfrm>
            <a:off x="5410950" y="2052918"/>
            <a:ext cx="4638903" cy="4195481"/>
          </a:xfrm>
        </p:spPr>
        <p:txBody>
          <a:bodyPr vert="horz" lIns="91440" tIns="45720" rIns="91440" bIns="45720" rtlCol="0">
            <a:normAutofit lnSpcReduction="10000"/>
          </a:bodyPr>
          <a:lstStyle/>
          <a:p>
            <a:pPr marL="0" indent="0">
              <a:buFont typeface="Wingdings 3" charset="2"/>
              <a:buChar char=""/>
            </a:pPr>
            <a:r>
              <a:rPr lang="en-US" dirty="0"/>
              <a:t>Media: Feature Film</a:t>
            </a:r>
          </a:p>
          <a:p>
            <a:pPr marL="0" indent="0">
              <a:buFont typeface="Wingdings 3" charset="2"/>
              <a:buChar char=""/>
            </a:pPr>
            <a:r>
              <a:rPr lang="en-US" dirty="0"/>
              <a:t>Released: April 18</a:t>
            </a:r>
            <a:r>
              <a:rPr lang="en-US" baseline="30000" dirty="0"/>
              <a:t>th</a:t>
            </a:r>
            <a:r>
              <a:rPr lang="en-US" dirty="0"/>
              <a:t>, 2025</a:t>
            </a:r>
          </a:p>
          <a:p>
            <a:pPr marL="0" indent="0">
              <a:buFont typeface="Wingdings 3" charset="2"/>
              <a:buChar char=""/>
            </a:pPr>
            <a:r>
              <a:rPr lang="en-US" dirty="0"/>
              <a:t> Writer &amp; Director: Ryan Coogler</a:t>
            </a:r>
          </a:p>
          <a:p>
            <a:pPr marL="0" indent="0">
              <a:buFont typeface="Wingdings 3" charset="2"/>
              <a:buChar char=""/>
            </a:pPr>
            <a:r>
              <a:rPr lang="en-US" dirty="0"/>
              <a:t>Character of Interest: Pearline, played by Jayme Lawson</a:t>
            </a:r>
          </a:p>
          <a:p>
            <a:pPr marL="0" indent="0">
              <a:buFont typeface="Wingdings 3" charset="2"/>
              <a:buChar char=""/>
            </a:pPr>
            <a:r>
              <a:rPr lang="en-US" dirty="0"/>
              <a:t>Setting: Jim Crow era, 1930s Mississippi Delta</a:t>
            </a:r>
          </a:p>
          <a:p>
            <a:pPr marL="0" indent="0">
              <a:buFont typeface="Wingdings 3" charset="2"/>
              <a:buChar char=""/>
            </a:pPr>
            <a:r>
              <a:rPr lang="en-US" dirty="0"/>
              <a:t>Plot-  </a:t>
            </a:r>
            <a:r>
              <a:rPr lang="en-US" dirty="0">
                <a:hlinkClick r:id="rId9"/>
              </a:rPr>
              <a:t>https://www.imdb.com/title/tt31193180/plotsummary/</a:t>
            </a:r>
            <a:r>
              <a:rPr lang="en-US" dirty="0"/>
              <a:t> </a:t>
            </a:r>
          </a:p>
          <a:p>
            <a:pPr marL="0" indent="0">
              <a:buFont typeface="Wingdings 3" charset="2"/>
              <a:buChar char=""/>
            </a:pPr>
            <a:r>
              <a:rPr lang="en-US" dirty="0"/>
              <a:t>Able to view streaming HBO MAX with a subscription </a:t>
            </a:r>
          </a:p>
          <a:p>
            <a:pPr marL="0" indent="0">
              <a:buNone/>
            </a:pPr>
            <a:r>
              <a:rPr lang="en-US" dirty="0">
                <a:hlinkClick r:id="rId10"/>
              </a:rPr>
              <a:t>https://www.rottentomatoes.com/m/sinners_2025/cast-and-crew</a:t>
            </a:r>
            <a:r>
              <a:rPr lang="en-US" dirty="0"/>
              <a:t> </a:t>
            </a:r>
          </a:p>
        </p:txBody>
      </p:sp>
    </p:spTree>
    <p:extLst>
      <p:ext uri="{BB962C8B-B14F-4D97-AF65-F5344CB8AC3E}">
        <p14:creationId xmlns:p14="http://schemas.microsoft.com/office/powerpoint/2010/main" val="1834936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7" name="Picture 16">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2">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3DBD1E-B7F1-AF07-D4C1-2B880475281F}"/>
              </a:ext>
            </a:extLst>
          </p:cNvPr>
          <p:cNvSpPr>
            <a:spLocks noGrp="1"/>
          </p:cNvSpPr>
          <p:nvPr>
            <p:ph type="title"/>
          </p:nvPr>
        </p:nvSpPr>
        <p:spPr>
          <a:xfrm>
            <a:off x="648930" y="629266"/>
            <a:ext cx="6188190" cy="1622321"/>
          </a:xfrm>
        </p:spPr>
        <p:txBody>
          <a:bodyPr vert="horz" lIns="91440" tIns="45720" rIns="91440" bIns="45720" rtlCol="0" anchor="t">
            <a:normAutofit/>
          </a:bodyPr>
          <a:lstStyle/>
          <a:p>
            <a:r>
              <a:rPr lang="en-US" sz="4000" b="1" dirty="0">
                <a:solidFill>
                  <a:srgbClr val="EBEBEB"/>
                </a:solidFill>
                <a:latin typeface="Times New Roman" panose="02020603050405020304" pitchFamily="18" charset="0"/>
                <a:cs typeface="Times New Roman" panose="02020603050405020304" pitchFamily="18" charset="0"/>
              </a:rPr>
              <a:t>Background continued</a:t>
            </a:r>
          </a:p>
        </p:txBody>
      </p:sp>
      <p:sp>
        <p:nvSpPr>
          <p:cNvPr id="3" name="Content Placeholder 2">
            <a:extLst>
              <a:ext uri="{FF2B5EF4-FFF2-40B4-BE49-F238E27FC236}">
                <a16:creationId xmlns:a16="http://schemas.microsoft.com/office/drawing/2014/main" id="{5E41727C-2E1B-5EF7-4B89-EDD76F1A7149}"/>
              </a:ext>
            </a:extLst>
          </p:cNvPr>
          <p:cNvSpPr>
            <a:spLocks noGrp="1"/>
          </p:cNvSpPr>
          <p:nvPr>
            <p:ph sz="quarter" idx="13"/>
          </p:nvPr>
        </p:nvSpPr>
        <p:spPr>
          <a:xfrm>
            <a:off x="648930" y="2108718"/>
            <a:ext cx="6188189" cy="4115101"/>
          </a:xfrm>
        </p:spPr>
        <p:txBody>
          <a:bodyPr vert="horz" lIns="91440" tIns="45720" rIns="91440" bIns="45720" rtlCol="0">
            <a:normAutofit/>
          </a:bodyPr>
          <a:lstStyle/>
          <a:p>
            <a:pPr marL="0" indent="0">
              <a:buFont typeface="Wingdings 3" charset="2"/>
              <a:buChar char=""/>
            </a:pPr>
            <a:r>
              <a:rPr lang="en-US" dirty="0">
                <a:solidFill>
                  <a:srgbClr val="FFFFFF"/>
                </a:solidFill>
                <a:latin typeface="Times New Roman" panose="02020603050405020304" pitchFamily="18" charset="0"/>
                <a:cs typeface="Times New Roman" panose="02020603050405020304" pitchFamily="18" charset="0"/>
              </a:rPr>
              <a:t>Ryan Coogler- Writer/Director</a:t>
            </a:r>
          </a:p>
          <a:p>
            <a:pPr marL="0" indent="0">
              <a:buFont typeface="Wingdings 3" charset="2"/>
              <a:buChar char=""/>
            </a:pPr>
            <a:r>
              <a:rPr lang="en-US" dirty="0">
                <a:solidFill>
                  <a:srgbClr val="FFFFFF"/>
                </a:solidFill>
                <a:latin typeface="Times New Roman" panose="02020603050405020304" pitchFamily="18" charset="0"/>
                <a:cs typeface="Times New Roman" panose="02020603050405020304" pitchFamily="18" charset="0"/>
              </a:rPr>
              <a:t>An African American male, from the San Francisco Bay area, who has experience creating complex stories around black characters, as seen in his other movies.</a:t>
            </a:r>
          </a:p>
          <a:p>
            <a:pPr>
              <a:buFont typeface="Wingdings 3" charset="2"/>
              <a:buChar char=""/>
            </a:pPr>
            <a:r>
              <a:rPr lang="en-US" dirty="0">
                <a:solidFill>
                  <a:srgbClr val="FFFFFF"/>
                </a:solidFill>
                <a:latin typeface="Times New Roman" panose="02020603050405020304" pitchFamily="18" charset="0"/>
                <a:cs typeface="Times New Roman" panose="02020603050405020304" pitchFamily="18" charset="0"/>
              </a:rPr>
              <a:t>Fruitvale Station, 2013</a:t>
            </a:r>
          </a:p>
          <a:p>
            <a:pPr>
              <a:buFont typeface="Wingdings 3" charset="2"/>
              <a:buChar char=""/>
            </a:pPr>
            <a:r>
              <a:rPr lang="en-US" dirty="0">
                <a:solidFill>
                  <a:srgbClr val="FFFFFF"/>
                </a:solidFill>
                <a:latin typeface="Times New Roman" panose="02020603050405020304" pitchFamily="18" charset="0"/>
                <a:cs typeface="Times New Roman" panose="02020603050405020304" pitchFamily="18" charset="0"/>
              </a:rPr>
              <a:t>Creed, 2015</a:t>
            </a:r>
          </a:p>
          <a:p>
            <a:pPr>
              <a:buFont typeface="Wingdings 3" charset="2"/>
              <a:buChar char=""/>
            </a:pPr>
            <a:r>
              <a:rPr lang="en-US" dirty="0">
                <a:solidFill>
                  <a:srgbClr val="FFFFFF"/>
                </a:solidFill>
                <a:latin typeface="Times New Roman" panose="02020603050405020304" pitchFamily="18" charset="0"/>
                <a:cs typeface="Times New Roman" panose="02020603050405020304" pitchFamily="18" charset="0"/>
              </a:rPr>
              <a:t>Black Panther, 2018</a:t>
            </a:r>
          </a:p>
          <a:p>
            <a:pPr>
              <a:buFont typeface="Wingdings 3" charset="2"/>
              <a:buChar char=""/>
            </a:pPr>
            <a:endParaRPr lang="en-US" dirty="0">
              <a:solidFill>
                <a:srgbClr val="FFFFFF"/>
              </a:solidFill>
              <a:latin typeface="Times New Roman" panose="02020603050405020304" pitchFamily="18" charset="0"/>
              <a:cs typeface="Times New Roman" panose="02020603050405020304" pitchFamily="18" charset="0"/>
            </a:endParaRPr>
          </a:p>
          <a:p>
            <a:pPr>
              <a:buFont typeface="Wingdings 3" charset="2"/>
              <a:buChar char=""/>
            </a:pPr>
            <a:r>
              <a:rPr lang="en-US" dirty="0">
                <a:solidFill>
                  <a:srgbClr val="FFFFFF"/>
                </a:solidFill>
                <a:latin typeface="Times New Roman" panose="02020603050405020304" pitchFamily="18" charset="0"/>
                <a:cs typeface="Times New Roman" panose="02020603050405020304" pitchFamily="18" charset="0"/>
              </a:rPr>
              <a:t>The background of the director/ writer is relevant to Pearline being a more well-rounded black woman character, even if she is being used in a traditional trope. </a:t>
            </a:r>
          </a:p>
          <a:p>
            <a:pPr>
              <a:buFont typeface="Wingdings 3" charset="2"/>
              <a:buChar char=""/>
            </a:pPr>
            <a:endParaRPr lang="en-US" dirty="0">
              <a:solidFill>
                <a:srgbClr val="FFFFFF"/>
              </a:solidFill>
            </a:endParaRPr>
          </a:p>
        </p:txBody>
      </p:sp>
      <p:sp>
        <p:nvSpPr>
          <p:cNvPr id="25"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6" name="Picture 5">
            <a:extLst>
              <a:ext uri="{FF2B5EF4-FFF2-40B4-BE49-F238E27FC236}">
                <a16:creationId xmlns:a16="http://schemas.microsoft.com/office/drawing/2014/main" id="{D24EBC4B-1CD7-37D3-3B5B-4A52DBA0EEC1}"/>
              </a:ext>
            </a:extLst>
          </p:cNvPr>
          <p:cNvPicPr>
            <a:picLocks noChangeAspect="1"/>
          </p:cNvPicPr>
          <p:nvPr/>
        </p:nvPicPr>
        <p:blipFill>
          <a:blip r:embed="rId7">
            <a:extLst>
              <a:ext uri="{28A0092B-C50C-407E-A947-70E740481C1C}">
                <a14:useLocalDpi xmlns:a14="http://schemas.microsoft.com/office/drawing/2010/main" val="0"/>
              </a:ext>
            </a:extLst>
          </a:blip>
          <a:srcRect b="7768"/>
          <a:stretch>
            <a:fillRect/>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cxnSp>
        <p:nvCxnSpPr>
          <p:cNvPr id="8" name="Straight Connector 7">
            <a:extLst>
              <a:ext uri="{FF2B5EF4-FFF2-40B4-BE49-F238E27FC236}">
                <a16:creationId xmlns:a16="http://schemas.microsoft.com/office/drawing/2014/main" id="{7E9C1408-48C5-8E57-C06B-CFFD827C7962}"/>
              </a:ext>
            </a:extLst>
          </p:cNvPr>
          <p:cNvCxnSpPr/>
          <p:nvPr/>
        </p:nvCxnSpPr>
        <p:spPr>
          <a:xfrm>
            <a:off x="802433" y="4609322"/>
            <a:ext cx="585029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63742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72092-1D93-1C42-71C9-4C3CD1035FA3}"/>
              </a:ext>
            </a:extLst>
          </p:cNvPr>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Jezebel Trope Description</a:t>
            </a:r>
          </a:p>
        </p:txBody>
      </p:sp>
      <p:sp>
        <p:nvSpPr>
          <p:cNvPr id="4" name="Content Placeholder 3">
            <a:extLst>
              <a:ext uri="{FF2B5EF4-FFF2-40B4-BE49-F238E27FC236}">
                <a16:creationId xmlns:a16="http://schemas.microsoft.com/office/drawing/2014/main" id="{B0DD0FB0-4368-F205-5A2A-F0941B1391DA}"/>
              </a:ext>
            </a:extLst>
          </p:cNvPr>
          <p:cNvSpPr>
            <a:spLocks noGrp="1"/>
          </p:cNvSpPr>
          <p:nvPr>
            <p:ph sz="half" idx="1"/>
          </p:nvPr>
        </p:nvSpPr>
        <p:spPr>
          <a:xfrm>
            <a:off x="907369" y="1640697"/>
            <a:ext cx="8609855" cy="4195763"/>
          </a:xfrm>
        </p:spPr>
        <p:txBody>
          <a:bodyPr>
            <a:normAutofit/>
          </a:bodyPr>
          <a:lstStyle/>
          <a:p>
            <a:r>
              <a:rPr lang="en-US"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The Jezebel was a middle-aged or young woman governed by her libido and “matters of the flesh. She was deemed a hypersexual woman with unlimited bestial passions.” - (</a:t>
            </a:r>
            <a:r>
              <a:rPr lang="en-US" sz="2000" dirty="0" err="1">
                <a:latin typeface="Times New Roman" panose="02020603050405020304" pitchFamily="18" charset="0"/>
                <a:cs typeface="Times New Roman" panose="02020603050405020304" pitchFamily="18" charset="0"/>
              </a:rPr>
              <a:t>Mgadmi</a:t>
            </a:r>
            <a:r>
              <a:rPr lang="en-US" sz="2000" dirty="0">
                <a:latin typeface="Times New Roman" panose="02020603050405020304" pitchFamily="18" charset="0"/>
                <a:cs typeface="Times New Roman" panose="02020603050405020304" pitchFamily="18" charset="0"/>
              </a:rPr>
              <a:t>, paragraph.5)</a:t>
            </a:r>
          </a:p>
          <a:p>
            <a:r>
              <a:rPr lang="en-US" sz="2000" dirty="0">
                <a:latin typeface="Times New Roman" panose="02020603050405020304" pitchFamily="18" charset="0"/>
                <a:cs typeface="Times New Roman" panose="02020603050405020304" pitchFamily="18" charset="0"/>
              </a:rPr>
              <a:t>“Historically, white women, as a category, were portrayed as models of self-respect, self-control, and modesty - even sexual purity- but black women were often portrayed as innately promiscuous, even predatory. This depiction of black women is signified by the name Jezebel.</a:t>
            </a:r>
            <a:r>
              <a:rPr lang="en-US" sz="2000" baseline="30000" dirty="0">
                <a:latin typeface="Times New Roman" panose="02020603050405020304" pitchFamily="18" charset="0"/>
                <a:cs typeface="Times New Roman" panose="02020603050405020304" pitchFamily="18" charset="0"/>
              </a:rPr>
              <a:t>1”-(</a:t>
            </a:r>
            <a:r>
              <a:rPr lang="en-US" sz="2000" dirty="0">
                <a:latin typeface="Times New Roman" panose="02020603050405020304" pitchFamily="18" charset="0"/>
                <a:cs typeface="Times New Roman" panose="02020603050405020304" pitchFamily="18" charset="0"/>
              </a:rPr>
              <a:t>(Pilgrim)</a:t>
            </a:r>
          </a:p>
          <a:p>
            <a:r>
              <a:rPr lang="en-US" sz="2000" dirty="0">
                <a:latin typeface="Times New Roman" panose="02020603050405020304" pitchFamily="18" charset="0"/>
                <a:cs typeface="Times New Roman" panose="02020603050405020304" pitchFamily="18" charset="0"/>
              </a:rPr>
              <a:t>Usually characterized by suggestive outfits and a sociable personality.</a:t>
            </a:r>
          </a:p>
          <a:p>
            <a:pPr lvl="1"/>
            <a:r>
              <a:rPr lang="en-US" sz="2000" dirty="0">
                <a:latin typeface="Times New Roman" panose="02020603050405020304" pitchFamily="18" charset="0"/>
                <a:cs typeface="Times New Roman" panose="02020603050405020304" pitchFamily="18" charset="0"/>
              </a:rPr>
              <a:t> Can be outspoken or brash</a:t>
            </a:r>
          </a:p>
          <a:p>
            <a:pPr lvl="1"/>
            <a:r>
              <a:rPr lang="en-US" sz="2000" dirty="0">
                <a:latin typeface="Times New Roman" panose="02020603050405020304" pitchFamily="18" charset="0"/>
                <a:cs typeface="Times New Roman" panose="02020603050405020304" pitchFamily="18" charset="0"/>
              </a:rPr>
              <a:t>Associated with their connections with men</a:t>
            </a:r>
          </a:p>
          <a:p>
            <a:endParaRPr lang="en-US" dirty="0"/>
          </a:p>
        </p:txBody>
      </p:sp>
    </p:spTree>
    <p:extLst>
      <p:ext uri="{BB962C8B-B14F-4D97-AF65-F5344CB8AC3E}">
        <p14:creationId xmlns:p14="http://schemas.microsoft.com/office/powerpoint/2010/main" val="11350434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701D7-435D-8E7D-53C0-66C0C37F5C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2AC717-1808-0047-7893-C9C49420B29A}"/>
              </a:ext>
            </a:extLst>
          </p:cNvPr>
          <p:cNvSpPr>
            <a:spLocks noGrp="1"/>
          </p:cNvSpPr>
          <p:nvPr>
            <p:ph type="title"/>
          </p:nvPr>
        </p:nvSpPr>
        <p:spPr/>
        <p:txBody>
          <a:bodyPr/>
          <a:lstStyle/>
          <a:p>
            <a:r>
              <a:rPr lang="en-US" dirty="0"/>
              <a:t>Quote</a:t>
            </a:r>
          </a:p>
        </p:txBody>
      </p:sp>
      <p:sp>
        <p:nvSpPr>
          <p:cNvPr id="6" name="Content Placeholder 5">
            <a:extLst>
              <a:ext uri="{FF2B5EF4-FFF2-40B4-BE49-F238E27FC236}">
                <a16:creationId xmlns:a16="http://schemas.microsoft.com/office/drawing/2014/main" id="{E5236CAB-BB4B-BDCA-63F6-F77BA904E53B}"/>
              </a:ext>
            </a:extLst>
          </p:cNvPr>
          <p:cNvSpPr>
            <a:spLocks noGrp="1"/>
          </p:cNvSpPr>
          <p:nvPr>
            <p:ph sz="quarter" idx="13"/>
          </p:nvPr>
        </p:nvSpPr>
        <p:spPr>
          <a:xfrm>
            <a:off x="808675" y="1336319"/>
            <a:ext cx="10190097" cy="511142"/>
          </a:xfrm>
        </p:spPr>
        <p:txBody>
          <a:bodyPr/>
          <a:lstStyle/>
          <a:p>
            <a:r>
              <a:rPr lang="en-US" sz="2400" dirty="0">
                <a:latin typeface="Times New Roman" panose="02020603050405020304" pitchFamily="18" charset="0"/>
                <a:cs typeface="Times New Roman" panose="02020603050405020304" pitchFamily="18" charset="0"/>
              </a:rPr>
              <a:t>First Impressions and Setting</a:t>
            </a:r>
          </a:p>
          <a:p>
            <a:endParaRPr lang="en-US" sz="2400" b="0" dirty="0"/>
          </a:p>
        </p:txBody>
      </p:sp>
      <p:sp>
        <p:nvSpPr>
          <p:cNvPr id="3" name="TextBox 2">
            <a:extLst>
              <a:ext uri="{FF2B5EF4-FFF2-40B4-BE49-F238E27FC236}">
                <a16:creationId xmlns:a16="http://schemas.microsoft.com/office/drawing/2014/main" id="{5635F8E3-44DB-515A-43BB-AE6A3B9426D6}"/>
              </a:ext>
            </a:extLst>
          </p:cNvPr>
          <p:cNvSpPr txBox="1"/>
          <p:nvPr/>
        </p:nvSpPr>
        <p:spPr>
          <a:xfrm>
            <a:off x="843979" y="1591890"/>
            <a:ext cx="10119490" cy="2215991"/>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When we first meet Pearline, she is unattended at the train station, and the film does not indicate where she is going or where she has been. The first thing established about her character is that she is married, yet she is shown flirting with Sammie. This sets her up early on as a love interest for Sammie, rather than as a character with her own independent arc.</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She is associated first with her relationship to another man, whom the audience never meets. Also, being unaccompanied at a train station proclaims worldliness.  </a:t>
            </a:r>
          </a:p>
          <a:p>
            <a:endParaRPr lang="en-US" dirty="0"/>
          </a:p>
        </p:txBody>
      </p:sp>
      <p:sp>
        <p:nvSpPr>
          <p:cNvPr id="5" name="TextBox 4">
            <a:extLst>
              <a:ext uri="{FF2B5EF4-FFF2-40B4-BE49-F238E27FC236}">
                <a16:creationId xmlns:a16="http://schemas.microsoft.com/office/drawing/2014/main" id="{6A2DE44E-DB13-0DBA-67FD-30114441295F}"/>
              </a:ext>
            </a:extLst>
          </p:cNvPr>
          <p:cNvSpPr txBox="1"/>
          <p:nvPr/>
        </p:nvSpPr>
        <p:spPr>
          <a:xfrm>
            <a:off x="918625" y="3709089"/>
            <a:ext cx="8673245" cy="1631216"/>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It is not confirmed directly what the ages of Sammie or Pearline are. Based on the initial meeting, it is implied that Pearline is older than Sammie. They are both aware there is an age difference. </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adds to the persuasive/predatory characterization of Pearline that aligns her again with the Jezebel trope.</a:t>
            </a:r>
          </a:p>
        </p:txBody>
      </p:sp>
    </p:spTree>
    <p:extLst>
      <p:ext uri="{BB962C8B-B14F-4D97-AF65-F5344CB8AC3E}">
        <p14:creationId xmlns:p14="http://schemas.microsoft.com/office/powerpoint/2010/main" val="1403495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8C535-F540-3543-3F84-2718843253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CED91B-213D-B12B-2761-E103C3BAD663}"/>
              </a:ext>
            </a:extLst>
          </p:cNvPr>
          <p:cNvSpPr>
            <a:spLocks noGrp="1"/>
          </p:cNvSpPr>
          <p:nvPr>
            <p:ph type="title"/>
          </p:nvPr>
        </p:nvSpPr>
        <p:spPr/>
        <p:txBody>
          <a:bodyPr/>
          <a:lstStyle/>
          <a:p>
            <a:r>
              <a:rPr lang="en-US" dirty="0"/>
              <a:t>Quote</a:t>
            </a:r>
          </a:p>
        </p:txBody>
      </p:sp>
      <p:sp>
        <p:nvSpPr>
          <p:cNvPr id="6" name="Content Placeholder 5">
            <a:extLst>
              <a:ext uri="{FF2B5EF4-FFF2-40B4-BE49-F238E27FC236}">
                <a16:creationId xmlns:a16="http://schemas.microsoft.com/office/drawing/2014/main" id="{B30DD125-D8D6-8CC3-1297-CB857F9F00DB}"/>
              </a:ext>
            </a:extLst>
          </p:cNvPr>
          <p:cNvSpPr>
            <a:spLocks noGrp="1"/>
          </p:cNvSpPr>
          <p:nvPr>
            <p:ph sz="quarter" idx="13"/>
          </p:nvPr>
        </p:nvSpPr>
        <p:spPr>
          <a:xfrm>
            <a:off x="843979" y="899229"/>
            <a:ext cx="10190097" cy="511142"/>
          </a:xfrm>
        </p:spPr>
        <p:txBody>
          <a:bodyPr/>
          <a:lstStyle/>
          <a:p>
            <a:r>
              <a:rPr lang="en-US" sz="2400" dirty="0">
                <a:latin typeface="Times New Roman" panose="02020603050405020304" pitchFamily="18" charset="0"/>
                <a:cs typeface="Times New Roman" panose="02020603050405020304" pitchFamily="18" charset="0"/>
              </a:rPr>
              <a:t>Juxtaposition with Annie</a:t>
            </a:r>
            <a:endParaRPr lang="en-US" sz="2400" b="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A36F63E-014A-67E2-CF46-5E75EB686FBC}"/>
              </a:ext>
            </a:extLst>
          </p:cNvPr>
          <p:cNvSpPr txBox="1"/>
          <p:nvPr/>
        </p:nvSpPr>
        <p:spPr>
          <a:xfrm>
            <a:off x="746449" y="1410370"/>
            <a:ext cx="9004041" cy="1631216"/>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Pearline is juxtaposed against Annie, the film's other central Black woman character. Pearline is portrayed as skinny and conventionally attractive by white beauty standards, while Annie is cast in the "mammy" archetype, portrayed as loyal to a man who ultimately left her (Smoke). </a:t>
            </a:r>
          </a:p>
          <a:p>
            <a:pPr marL="742950" lvl="1"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contrast raises questions about which body types are afforded desirability.</a:t>
            </a:r>
          </a:p>
        </p:txBody>
      </p:sp>
      <p:sp>
        <p:nvSpPr>
          <p:cNvPr id="5" name="TextBox 4">
            <a:extLst>
              <a:ext uri="{FF2B5EF4-FFF2-40B4-BE49-F238E27FC236}">
                <a16:creationId xmlns:a16="http://schemas.microsoft.com/office/drawing/2014/main" id="{5097ACF0-6157-A073-E2BA-36AD126E7317}"/>
              </a:ext>
            </a:extLst>
          </p:cNvPr>
          <p:cNvSpPr txBox="1"/>
          <p:nvPr/>
        </p:nvSpPr>
        <p:spPr>
          <a:xfrm>
            <a:off x="843979" y="4073985"/>
            <a:ext cx="9265299" cy="2554545"/>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Although Pearline is an adulteress, the film does not dwell on or condemn this, since every character in the story is presented as a sinner in their own right.</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Pearline is also given an experience of oral sex that appears to be a first for her, a moment that suggests a Black woman can be portrayed as desirable in her own right rather than solely as an object for male satisfaction.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At the same time, Pearline's reputation as a skilled singer who frequents late-night clubs suggests she was already understood to be somewhat promiscuous before Sammie enters her story.</a:t>
            </a:r>
          </a:p>
        </p:txBody>
      </p:sp>
      <p:sp>
        <p:nvSpPr>
          <p:cNvPr id="7" name="TextBox 6">
            <a:extLst>
              <a:ext uri="{FF2B5EF4-FFF2-40B4-BE49-F238E27FC236}">
                <a16:creationId xmlns:a16="http://schemas.microsoft.com/office/drawing/2014/main" id="{0D741288-5A80-0CD4-0947-39A918529E3D}"/>
              </a:ext>
            </a:extLst>
          </p:cNvPr>
          <p:cNvSpPr txBox="1"/>
          <p:nvPr/>
        </p:nvSpPr>
        <p:spPr>
          <a:xfrm>
            <a:off x="843979" y="3398841"/>
            <a:ext cx="505097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Showcasing Sexuality and Desire</a:t>
            </a:r>
          </a:p>
        </p:txBody>
      </p:sp>
    </p:spTree>
    <p:extLst>
      <p:ext uri="{BB962C8B-B14F-4D97-AF65-F5344CB8AC3E}">
        <p14:creationId xmlns:p14="http://schemas.microsoft.com/office/powerpoint/2010/main" val="2928277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239C6-89D3-190C-3164-6B875B814015}"/>
              </a:ext>
            </a:extLst>
          </p:cNvPr>
          <p:cNvSpPr>
            <a:spLocks noGrp="1"/>
          </p:cNvSpPr>
          <p:nvPr>
            <p:ph type="title"/>
          </p:nvPr>
        </p:nvSpPr>
        <p:spPr>
          <a:xfrm>
            <a:off x="873905" y="861869"/>
            <a:ext cx="10652760" cy="1133856"/>
          </a:xfrm>
        </p:spPr>
        <p:txBody>
          <a:bodyPr/>
          <a:lstStyle/>
          <a:p>
            <a:r>
              <a:rPr lang="en-US" sz="3600" b="1" dirty="0">
                <a:latin typeface="Times New Roman" panose="02020603050405020304" pitchFamily="18" charset="0"/>
                <a:cs typeface="Times New Roman" panose="02020603050405020304" pitchFamily="18" charset="0"/>
              </a:rPr>
              <a:t>Characterization continued.</a:t>
            </a:r>
            <a:br>
              <a:rPr lang="en-US" dirty="0"/>
            </a:br>
            <a:endParaRPr lang="en-US" dirty="0"/>
          </a:p>
        </p:txBody>
      </p:sp>
      <p:sp>
        <p:nvSpPr>
          <p:cNvPr id="5" name="TextBox 4">
            <a:extLst>
              <a:ext uri="{FF2B5EF4-FFF2-40B4-BE49-F238E27FC236}">
                <a16:creationId xmlns:a16="http://schemas.microsoft.com/office/drawing/2014/main" id="{431B6057-9903-B98B-D6B4-6371002E5197}"/>
              </a:ext>
            </a:extLst>
          </p:cNvPr>
          <p:cNvSpPr txBox="1"/>
          <p:nvPr/>
        </p:nvSpPr>
        <p:spPr>
          <a:xfrm>
            <a:off x="765110" y="1838131"/>
            <a:ext cx="9619861" cy="4062651"/>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Pearline tells Sammie that she walked to the Juke Joint, alone at night, a choice that would have been dangerous for any woman in the 1930’s, and now. </a:t>
            </a:r>
          </a:p>
          <a:p>
            <a:pPr marL="5715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can be deduced that she has probably gone out at night alone before. Adding to the understanding of promiscuity, or the wildness of her character.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She also dances openly with Sammie, suggesting that she is unafraid of being caught by her husband or simply does not care if she is.</a:t>
            </a:r>
          </a:p>
          <a:p>
            <a:pPr marL="5715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concept is not explored further because it is unnecessary to showcase Pearline in this context for Sammie’s story.</a:t>
            </a:r>
          </a:p>
          <a:p>
            <a:endParaRPr lang="en-US" dirty="0"/>
          </a:p>
        </p:txBody>
      </p:sp>
    </p:spTree>
    <p:extLst>
      <p:ext uri="{BB962C8B-B14F-4D97-AF65-F5344CB8AC3E}">
        <p14:creationId xmlns:p14="http://schemas.microsoft.com/office/powerpoint/2010/main" val="2583321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2D9E8-E42D-2D9E-3CFF-B331B21A92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2F02FA-4FF5-EA3D-EEC9-C83F0B78A155}"/>
              </a:ext>
            </a:extLst>
          </p:cNvPr>
          <p:cNvSpPr>
            <a:spLocks noGrp="1"/>
          </p:cNvSpPr>
          <p:nvPr>
            <p:ph type="title"/>
          </p:nvPr>
        </p:nvSpPr>
        <p:spPr>
          <a:xfrm>
            <a:off x="500680" y="899191"/>
            <a:ext cx="10652760" cy="1133856"/>
          </a:xfrm>
        </p:spPr>
        <p:txBody>
          <a:bodyPr/>
          <a:lstStyle/>
          <a:p>
            <a:r>
              <a:rPr lang="en-US" sz="3600" b="1" dirty="0">
                <a:latin typeface="Times New Roman" panose="02020603050405020304" pitchFamily="18" charset="0"/>
                <a:cs typeface="Times New Roman" panose="02020603050405020304" pitchFamily="18" charset="0"/>
              </a:rPr>
              <a:t>Erasure of Black women</a:t>
            </a:r>
            <a:br>
              <a:rPr lang="en-US" dirty="0"/>
            </a:br>
            <a:endParaRPr lang="en-US" dirty="0"/>
          </a:p>
        </p:txBody>
      </p:sp>
      <p:sp>
        <p:nvSpPr>
          <p:cNvPr id="5" name="TextBox 4">
            <a:extLst>
              <a:ext uri="{FF2B5EF4-FFF2-40B4-BE49-F238E27FC236}">
                <a16:creationId xmlns:a16="http://schemas.microsoft.com/office/drawing/2014/main" id="{783FBEF0-240B-8B5F-8133-C5C23A0511D4}"/>
              </a:ext>
            </a:extLst>
          </p:cNvPr>
          <p:cNvSpPr txBox="1"/>
          <p:nvPr/>
        </p:nvSpPr>
        <p:spPr>
          <a:xfrm>
            <a:off x="765110" y="1838131"/>
            <a:ext cx="9619861" cy="387798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Erasure and Lack of Recognition</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Before taking the stage, Sammie is given a formal introduction, while Pearline performs without receiving one. This absence suggests that her background and identity are treated as irrelevant to the story, even as she plays a significant role within it.</a:t>
            </a: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Selflessness and Sacrifice</a:t>
            </a: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Pearline ultimately gives up her life to help Sammie escape the vampires, positioning the Black woman as selfless in service of protecting others in her community.</a:t>
            </a:r>
          </a:p>
          <a:p>
            <a:endParaRPr lang="en-US" sz="2400" dirty="0"/>
          </a:p>
          <a:p>
            <a:endParaRPr lang="en-US" dirty="0"/>
          </a:p>
        </p:txBody>
      </p:sp>
    </p:spTree>
    <p:extLst>
      <p:ext uri="{BB962C8B-B14F-4D97-AF65-F5344CB8AC3E}">
        <p14:creationId xmlns:p14="http://schemas.microsoft.com/office/powerpoint/2010/main" val="2354538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76E2C-040E-4D92-F9F7-F61C47F4F152}"/>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Citations:</a:t>
            </a:r>
          </a:p>
        </p:txBody>
      </p:sp>
      <p:sp>
        <p:nvSpPr>
          <p:cNvPr id="3" name="Content Placeholder 2">
            <a:extLst>
              <a:ext uri="{FF2B5EF4-FFF2-40B4-BE49-F238E27FC236}">
                <a16:creationId xmlns:a16="http://schemas.microsoft.com/office/drawing/2014/main" id="{3C6EE18F-CF72-C06C-3020-B9FA4DEAB729}"/>
              </a:ext>
            </a:extLst>
          </p:cNvPr>
          <p:cNvSpPr>
            <a:spLocks noGrp="1"/>
          </p:cNvSpPr>
          <p:nvPr>
            <p:ph idx="1"/>
          </p:nvPr>
        </p:nvSpPr>
        <p:spPr>
          <a:xfrm>
            <a:off x="875201" y="1399775"/>
            <a:ext cx="10670688" cy="4338552"/>
          </a:xfrm>
        </p:spPr>
        <p:txBody>
          <a:bodyPr>
            <a:normAutofit fontScale="92500" lnSpcReduction="20000"/>
          </a:bodyPr>
          <a:lstStyle/>
          <a:p>
            <a:r>
              <a:rPr lang="en-US" sz="1800" dirty="0">
                <a:latin typeface="Times New Roman" panose="02020603050405020304" pitchFamily="18" charset="0"/>
                <a:cs typeface="Times New Roman" panose="02020603050405020304" pitchFamily="18" charset="0"/>
              </a:rPr>
              <a:t>Holiman, Mary. “Sinners Have Souls Too: The Humanization of the Deep South in Ryan Coogler’s Southern Gothic Horror “Sinners.”” </a:t>
            </a:r>
            <a:r>
              <a:rPr lang="en-US" sz="1800" i="1" dirty="0">
                <a:latin typeface="Times New Roman" panose="02020603050405020304" pitchFamily="18" charset="0"/>
                <a:cs typeface="Times New Roman" panose="02020603050405020304" pitchFamily="18" charset="0"/>
              </a:rPr>
              <a:t>The Dig at Howard University</a:t>
            </a:r>
            <a:r>
              <a:rPr lang="en-US" sz="1800" dirty="0">
                <a:latin typeface="Times New Roman" panose="02020603050405020304" pitchFamily="18" charset="0"/>
                <a:cs typeface="Times New Roman" panose="02020603050405020304" pitchFamily="18" charset="0"/>
              </a:rPr>
              <a:t>, Office of University Communications, 15 May 2025, thedig.howard.edu/all-stories/sinners-have-souls-too-humanization-deep-south-ryan-cooglers-southern-gothic-horror-sinners. </a:t>
            </a:r>
          </a:p>
          <a:p>
            <a:r>
              <a:rPr lang="en-US" sz="1800" dirty="0">
                <a:latin typeface="Times New Roman" panose="02020603050405020304" pitchFamily="18" charset="0"/>
                <a:cs typeface="Times New Roman" panose="02020603050405020304" pitchFamily="18" charset="0"/>
              </a:rPr>
              <a:t>“Key Questions to Ask When Analyzing Media Experiences.” </a:t>
            </a:r>
            <a:r>
              <a:rPr lang="en-US" sz="1800" i="1" dirty="0">
                <a:latin typeface="Times New Roman" panose="02020603050405020304" pitchFamily="18" charset="0"/>
                <a:cs typeface="Times New Roman" panose="02020603050405020304" pitchFamily="18" charset="0"/>
              </a:rPr>
              <a:t>NAMLE</a:t>
            </a:r>
            <a:r>
              <a:rPr lang="en-US" sz="1800" dirty="0">
                <a:latin typeface="Times New Roman" panose="02020603050405020304" pitchFamily="18" charset="0"/>
                <a:cs typeface="Times New Roman" panose="02020603050405020304" pitchFamily="18" charset="0"/>
              </a:rPr>
              <a:t>, The National Association for Media Literacy Education , 2026, namle.org/resources/key-questions-for-analyzing-media/. </a:t>
            </a:r>
          </a:p>
          <a:p>
            <a:r>
              <a:rPr lang="en-US" sz="1800" dirty="0" err="1">
                <a:latin typeface="Times New Roman" panose="02020603050405020304" pitchFamily="18" charset="0"/>
                <a:cs typeface="Times New Roman" panose="02020603050405020304" pitchFamily="18" charset="0"/>
              </a:rPr>
              <a:t>Mgadmi</a:t>
            </a:r>
            <a:r>
              <a:rPr lang="en-US" sz="1800" dirty="0">
                <a:latin typeface="Times New Roman" panose="02020603050405020304" pitchFamily="18" charset="0"/>
                <a:cs typeface="Times New Roman" panose="02020603050405020304" pitchFamily="18" charset="0"/>
              </a:rPr>
              <a:t>, Mahassen. “Black Women’s Identity: Stereotypes, Respectability and </a:t>
            </a:r>
            <a:r>
              <a:rPr lang="en-US" sz="1800" dirty="0" err="1">
                <a:latin typeface="Times New Roman" panose="02020603050405020304" pitchFamily="18" charset="0"/>
                <a:cs typeface="Times New Roman" panose="02020603050405020304" pitchFamily="18" charset="0"/>
              </a:rPr>
              <a:t>Passionlessness</a:t>
            </a:r>
            <a:r>
              <a:rPr lang="en-US" sz="1800" dirty="0">
                <a:latin typeface="Times New Roman" panose="02020603050405020304" pitchFamily="18" charset="0"/>
                <a:cs typeface="Times New Roman" panose="02020603050405020304" pitchFamily="18" charset="0"/>
              </a:rPr>
              <a:t> (1890-1930).” </a:t>
            </a:r>
            <a:r>
              <a:rPr lang="en-US" sz="1800" i="1" dirty="0">
                <a:latin typeface="Times New Roman" panose="02020603050405020304" pitchFamily="18" charset="0"/>
                <a:cs typeface="Times New Roman" panose="02020603050405020304" pitchFamily="18" charset="0"/>
              </a:rPr>
              <a:t>Revue LISA/LISA E-Journal. </a:t>
            </a:r>
            <a:r>
              <a:rPr lang="en-US" sz="1800" i="1" dirty="0" err="1">
                <a:latin typeface="Times New Roman" panose="02020603050405020304" pitchFamily="18" charset="0"/>
                <a:cs typeface="Times New Roman" panose="02020603050405020304" pitchFamily="18" charset="0"/>
              </a:rPr>
              <a:t>Littératures</a:t>
            </a:r>
            <a:r>
              <a:rPr lang="en-US" sz="1800" i="1" dirty="0">
                <a:latin typeface="Times New Roman" panose="02020603050405020304" pitchFamily="18" charset="0"/>
                <a:cs typeface="Times New Roman" panose="02020603050405020304" pitchFamily="18" charset="0"/>
              </a:rPr>
              <a:t>, Histoire Des </a:t>
            </a:r>
            <a:r>
              <a:rPr lang="en-US" sz="1800" i="1" dirty="0" err="1">
                <a:latin typeface="Times New Roman" panose="02020603050405020304" pitchFamily="18" charset="0"/>
                <a:cs typeface="Times New Roman" panose="02020603050405020304" pitchFamily="18" charset="0"/>
              </a:rPr>
              <a:t>Idées</a:t>
            </a:r>
            <a:r>
              <a:rPr lang="en-US" sz="1800" i="1" dirty="0">
                <a:latin typeface="Times New Roman" panose="02020603050405020304" pitchFamily="18" charset="0"/>
                <a:cs typeface="Times New Roman" panose="02020603050405020304" pitchFamily="18" charset="0"/>
              </a:rPr>
              <a:t>, Images, Sociétés Du Monde Anglophone – Literature, History of Ideas, Images and Societies of the English-Speaking World</a:t>
            </a:r>
            <a:r>
              <a:rPr lang="en-US" sz="1800" dirty="0">
                <a:latin typeface="Times New Roman" panose="02020603050405020304" pitchFamily="18" charset="0"/>
                <a:cs typeface="Times New Roman" panose="02020603050405020304" pitchFamily="18" charset="0"/>
              </a:rPr>
              <a:t>, vol. 7, no. Vol. VII – n°1, 2009, pp. 40–55, journals.openedition.org/</a:t>
            </a:r>
            <a:r>
              <a:rPr lang="en-US" sz="1800" dirty="0" err="1">
                <a:latin typeface="Times New Roman" panose="02020603050405020304" pitchFamily="18" charset="0"/>
                <a:cs typeface="Times New Roman" panose="02020603050405020304" pitchFamily="18" charset="0"/>
              </a:rPr>
              <a:t>lisa</a:t>
            </a:r>
            <a:r>
              <a:rPr lang="en-US" sz="1800" dirty="0">
                <a:latin typeface="Times New Roman" panose="02020603050405020304" pitchFamily="18" charset="0"/>
                <a:cs typeface="Times New Roman" panose="02020603050405020304" pitchFamily="18" charset="0"/>
              </a:rPr>
              <a:t>/806, </a:t>
            </a:r>
            <a:r>
              <a:rPr lang="en-US" sz="1800" dirty="0">
                <a:latin typeface="Times New Roman" panose="02020603050405020304" pitchFamily="18" charset="0"/>
                <a:cs typeface="Times New Roman" panose="02020603050405020304" pitchFamily="18" charset="0"/>
                <a:hlinkClick r:id="rId2"/>
              </a:rPr>
              <a:t>http://journals.openedition.org/lisa/806</a:t>
            </a:r>
            <a:r>
              <a:rPr lang="en-US" sz="1800"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Pilgrim, David. “The Jezebel Stereotype.” </a:t>
            </a:r>
            <a:r>
              <a:rPr lang="en-US" i="1" dirty="0">
                <a:latin typeface="Times New Roman" panose="02020603050405020304" pitchFamily="18" charset="0"/>
                <a:cs typeface="Times New Roman" panose="02020603050405020304" pitchFamily="18" charset="0"/>
              </a:rPr>
              <a:t>Jim Crow Museum</a:t>
            </a:r>
            <a:r>
              <a:rPr lang="en-US" dirty="0">
                <a:latin typeface="Times New Roman" panose="02020603050405020304" pitchFamily="18" charset="0"/>
                <a:cs typeface="Times New Roman" panose="02020603050405020304" pitchFamily="18" charset="0"/>
              </a:rPr>
              <a:t>, 2012, </a:t>
            </a:r>
            <a:r>
              <a:rPr lang="en-US" dirty="0">
                <a:latin typeface="Times New Roman" panose="02020603050405020304" pitchFamily="18" charset="0"/>
                <a:cs typeface="Times New Roman" panose="02020603050405020304" pitchFamily="18" charset="0"/>
                <a:hlinkClick r:id="rId3"/>
              </a:rPr>
              <a:t>https://jimcrowmuseum.ferris.edu/jezebel/index.htm</a:t>
            </a:r>
            <a:r>
              <a:rPr lang="en-US"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Shanita Hubbard. “Black Women Stereotypes: How the Media Can Avoid Tropes.” </a:t>
            </a:r>
            <a:r>
              <a:rPr lang="en-US" sz="1800" i="1" dirty="0">
                <a:latin typeface="Times New Roman" panose="02020603050405020304" pitchFamily="18" charset="0"/>
                <a:cs typeface="Times New Roman" panose="02020603050405020304" pitchFamily="18" charset="0"/>
              </a:rPr>
              <a:t>NBCU Academy</a:t>
            </a:r>
            <a:r>
              <a:rPr lang="en-US" sz="1800" dirty="0">
                <a:latin typeface="Times New Roman" panose="02020603050405020304" pitchFamily="18" charset="0"/>
                <a:cs typeface="Times New Roman" panose="02020603050405020304" pitchFamily="18" charset="0"/>
              </a:rPr>
              <a:t>, 12 Feb. 2025, nbcuacademy.com/black-women-stereotypes/. </a:t>
            </a:r>
          </a:p>
          <a:p>
            <a:r>
              <a:rPr lang="en-US" dirty="0">
                <a:latin typeface="Times New Roman" panose="02020603050405020304" pitchFamily="18" charset="0"/>
                <a:cs typeface="Times New Roman" panose="02020603050405020304" pitchFamily="18" charset="0"/>
              </a:rPr>
              <a:t>Wikipedia Contributors. “Ryan Coogler.” </a:t>
            </a:r>
            <a:r>
              <a:rPr lang="en-US" i="1" dirty="0">
                <a:latin typeface="Times New Roman" panose="02020603050405020304" pitchFamily="18" charset="0"/>
                <a:cs typeface="Times New Roman" panose="02020603050405020304" pitchFamily="18" charset="0"/>
              </a:rPr>
              <a:t>Wikipedia</a:t>
            </a:r>
            <a:r>
              <a:rPr lang="en-US" dirty="0">
                <a:latin typeface="Times New Roman" panose="02020603050405020304" pitchFamily="18" charset="0"/>
                <a:cs typeface="Times New Roman" panose="02020603050405020304" pitchFamily="18" charset="0"/>
              </a:rPr>
              <a:t>, Wikimedia Foundation, 10 Nov. 2019, en.wikipedia.org/wiki/</a:t>
            </a:r>
            <a:r>
              <a:rPr lang="en-US" dirty="0" err="1">
                <a:latin typeface="Times New Roman" panose="02020603050405020304" pitchFamily="18" charset="0"/>
                <a:cs typeface="Times New Roman" panose="02020603050405020304" pitchFamily="18" charset="0"/>
              </a:rPr>
              <a:t>Ryan_Coogler</a:t>
            </a:r>
            <a:r>
              <a:rPr lang="en-US" dirty="0">
                <a:latin typeface="Times New Roman" panose="02020603050405020304" pitchFamily="18" charset="0"/>
                <a:cs typeface="Times New Roman" panose="02020603050405020304" pitchFamily="18" charset="0"/>
              </a:rPr>
              <a:t>. </a:t>
            </a:r>
          </a:p>
          <a:p>
            <a:endParaRPr lang="en-US" sz="1800" dirty="0"/>
          </a:p>
          <a:p>
            <a:pPr marL="0" indent="0">
              <a:buNone/>
            </a:pPr>
            <a:endParaRPr lang="en-US" dirty="0"/>
          </a:p>
        </p:txBody>
      </p:sp>
      <p:sp>
        <p:nvSpPr>
          <p:cNvPr id="4" name="TextBox 3">
            <a:extLst>
              <a:ext uri="{FF2B5EF4-FFF2-40B4-BE49-F238E27FC236}">
                <a16:creationId xmlns:a16="http://schemas.microsoft.com/office/drawing/2014/main" id="{1A358885-20AA-099C-7690-108CD2990F28}"/>
              </a:ext>
            </a:extLst>
          </p:cNvPr>
          <p:cNvSpPr txBox="1"/>
          <p:nvPr/>
        </p:nvSpPr>
        <p:spPr>
          <a:xfrm>
            <a:off x="763555" y="5701005"/>
            <a:ext cx="10664889"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of Claude AI to create subheadings for related points and for grammar edits in the thesis statement and reflection.</a:t>
            </a:r>
          </a:p>
        </p:txBody>
      </p:sp>
    </p:spTree>
    <p:extLst>
      <p:ext uri="{BB962C8B-B14F-4D97-AF65-F5344CB8AC3E}">
        <p14:creationId xmlns:p14="http://schemas.microsoft.com/office/powerpoint/2010/main" val="22365539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1CEDABF-7176-4A42-8EF9-E5D4DD31FF6C}">
  <ds:schemaRefs>
    <ds:schemaRef ds:uri="71af3243-3dd4-4a8d-8c0d-dd76da1f02a5"/>
    <ds:schemaRef ds:uri="http://purl.org/dc/dcmitype/"/>
    <ds:schemaRef ds:uri="16c05727-aa75-4e4a-9b5f-8a80a1165891"/>
    <ds:schemaRef ds:uri="http://purl.org/dc/elements/1.1/"/>
    <ds:schemaRef ds:uri="http://www.w3.org/XML/1998/namespace"/>
    <ds:schemaRef ds:uri="http://schemas.microsoft.com/sharepoint/v3"/>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230e9df3-be65-4c73-a93b-d1236ebd677e"/>
  </ds:schemaRefs>
</ds:datastoreItem>
</file>

<file path=customXml/itemProps2.xml><?xml version="1.0" encoding="utf-8"?>
<ds:datastoreItem xmlns:ds="http://schemas.openxmlformats.org/officeDocument/2006/customXml" ds:itemID="{D3301439-688F-4D19-B908-B48B62C56078}">
  <ds:schemaRefs>
    <ds:schemaRef ds:uri="http://schemas.microsoft.com/sharepoint/v3/contenttype/forms"/>
  </ds:schemaRefs>
</ds:datastoreItem>
</file>

<file path=customXml/itemProps3.xml><?xml version="1.0" encoding="utf-8"?>
<ds:datastoreItem xmlns:ds="http://schemas.openxmlformats.org/officeDocument/2006/customXml" ds:itemID="{9EEC3793-C1BC-496C-A03C-202DFFC513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TM04033917[[fn=Berlin]]</Template>
  <TotalTime>1581</TotalTime>
  <Words>2410</Words>
  <Application>Microsoft Office PowerPoint</Application>
  <PresentationFormat>Widescreen</PresentationFormat>
  <Paragraphs>141</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Arial</vt:lpstr>
      <vt:lpstr>Century Gothic</vt:lpstr>
      <vt:lpstr>Times New Roman</vt:lpstr>
      <vt:lpstr>Wingdings 3</vt:lpstr>
      <vt:lpstr>Ion</vt:lpstr>
      <vt:lpstr>Signature Assignment- Being Seen-The Presentation</vt:lpstr>
      <vt:lpstr>Course Context Changes</vt:lpstr>
      <vt:lpstr>Course Goal Viewing the Black Women</vt:lpstr>
      <vt:lpstr>Delivery Context</vt:lpstr>
      <vt:lpstr>PowerPoint Presentation</vt:lpstr>
      <vt:lpstr>Tasks</vt:lpstr>
      <vt:lpstr>Criteria</vt:lpstr>
      <vt:lpstr>AI Integration</vt:lpstr>
      <vt:lpstr>My Example Assignment: </vt:lpstr>
      <vt:lpstr>Sinners Background-</vt:lpstr>
      <vt:lpstr>Background continued</vt:lpstr>
      <vt:lpstr>Jezebel Trope Description</vt:lpstr>
      <vt:lpstr>Quote</vt:lpstr>
      <vt:lpstr>Quote</vt:lpstr>
      <vt:lpstr>Characterization continued. </vt:lpstr>
      <vt:lpstr>Erasure of Black women </vt:lpstr>
      <vt:lpstr>Citations: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Ree Brown</dc:creator>
  <cp:lastModifiedBy>Ree Brown</cp:lastModifiedBy>
  <cp:revision>1</cp:revision>
  <dcterms:created xsi:type="dcterms:W3CDTF">2026-07-04T15:25:34Z</dcterms:created>
  <dcterms:modified xsi:type="dcterms:W3CDTF">2026-07-05T18:18:08Z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